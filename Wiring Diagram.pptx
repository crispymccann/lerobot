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8" r:id="rId5"/>
    <p:sldId id="262" r:id="rId6"/>
    <p:sldId id="261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66"/>
    <a:srgbClr val="99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nstermaker, Tyler" userId="S::fenstermaker.57@buckeyemail.osu.edu::b693ab8b-f2f0-4acd-bddc-dbaceec4574f" providerId="AD" clId="Web-{D4FB3039-7A39-4933-919E-EC350DFFA5EB}"/>
    <pc:docChg chg="modSld">
      <pc:chgData name="Fenstermaker, Tyler" userId="S::fenstermaker.57@buckeyemail.osu.edu::b693ab8b-f2f0-4acd-bddc-dbaceec4574f" providerId="AD" clId="Web-{D4FB3039-7A39-4933-919E-EC350DFFA5EB}" dt="2026-04-01T17:39:40.422" v="1"/>
      <pc:docMkLst>
        <pc:docMk/>
      </pc:docMkLst>
      <pc:sldChg chg="mod modShow">
        <pc:chgData name="Fenstermaker, Tyler" userId="S::fenstermaker.57@buckeyemail.osu.edu::b693ab8b-f2f0-4acd-bddc-dbaceec4574f" providerId="AD" clId="Web-{D4FB3039-7A39-4933-919E-EC350DFFA5EB}" dt="2026-04-01T17:39:40.422" v="1"/>
        <pc:sldMkLst>
          <pc:docMk/>
          <pc:sldMk cId="3107840811" sldId="258"/>
        </pc:sldMkLst>
      </pc:sldChg>
    </pc:docChg>
  </pc:docChgLst>
  <pc:docChgLst>
    <pc:chgData name="Zamora, Angel A." userId="1a783c5a-ad1c-4049-9746-a43d7e14dec0" providerId="ADAL" clId="{575DE89D-F496-4F9C-A003-19DB09857774}"/>
    <pc:docChg chg="modSld">
      <pc:chgData name="Zamora, Angel A." userId="1a783c5a-ad1c-4049-9746-a43d7e14dec0" providerId="ADAL" clId="{575DE89D-F496-4F9C-A003-19DB09857774}" dt="2026-03-23T19:22:32.035" v="3" actId="14100"/>
      <pc:docMkLst>
        <pc:docMk/>
      </pc:docMkLst>
      <pc:sldChg chg="addSp modSp mod">
        <pc:chgData name="Zamora, Angel A." userId="1a783c5a-ad1c-4049-9746-a43d7e14dec0" providerId="ADAL" clId="{575DE89D-F496-4F9C-A003-19DB09857774}" dt="2026-03-23T19:22:32.035" v="3" actId="14100"/>
        <pc:sldMkLst>
          <pc:docMk/>
          <pc:sldMk cId="2568775531" sldId="262"/>
        </pc:sldMkLst>
      </pc:sldChg>
    </pc:docChg>
  </pc:docChgLst>
  <pc:docChgLst>
    <pc:chgData name="Fenstermaker, Tyler" userId="S::fenstermaker.57@buckeyemail.osu.edu::b693ab8b-f2f0-4acd-bddc-dbaceec4574f" providerId="AD" clId="Web-{B2F4BBE5-CF84-4D89-89CA-6F99E15E3CF6}"/>
    <pc:docChg chg="modSld">
      <pc:chgData name="Fenstermaker, Tyler" userId="S::fenstermaker.57@buckeyemail.osu.edu::b693ab8b-f2f0-4acd-bddc-dbaceec4574f" providerId="AD" clId="Web-{B2F4BBE5-CF84-4D89-89CA-6F99E15E3CF6}" dt="2026-03-31T19:32:28.310" v="6" actId="1076"/>
      <pc:docMkLst>
        <pc:docMk/>
      </pc:docMkLst>
      <pc:sldChg chg="addSp delSp">
        <pc:chgData name="Fenstermaker, Tyler" userId="S::fenstermaker.57@buckeyemail.osu.edu::b693ab8b-f2f0-4acd-bddc-dbaceec4574f" providerId="AD" clId="Web-{B2F4BBE5-CF84-4D89-89CA-6F99E15E3CF6}" dt="2026-03-31T19:32:09.388" v="5"/>
        <pc:sldMkLst>
          <pc:docMk/>
          <pc:sldMk cId="3107840811" sldId="258"/>
        </pc:sldMkLst>
      </pc:sldChg>
      <pc:sldChg chg="modSp">
        <pc:chgData name="Fenstermaker, Tyler" userId="S::fenstermaker.57@buckeyemail.osu.edu::b693ab8b-f2f0-4acd-bddc-dbaceec4574f" providerId="AD" clId="Web-{B2F4BBE5-CF84-4D89-89CA-6F99E15E3CF6}" dt="2026-03-31T19:32:28.310" v="6" actId="1076"/>
        <pc:sldMkLst>
          <pc:docMk/>
          <pc:sldMk cId="1628521449" sldId="261"/>
        </pc:sldMkLst>
        <pc:picChg chg="mod">
          <ac:chgData name="Fenstermaker, Tyler" userId="S::fenstermaker.57@buckeyemail.osu.edu::b693ab8b-f2f0-4acd-bddc-dbaceec4574f" providerId="AD" clId="Web-{B2F4BBE5-CF84-4D89-89CA-6F99E15E3CF6}" dt="2026-03-31T19:32:28.310" v="6" actId="1076"/>
          <ac:picMkLst>
            <pc:docMk/>
            <pc:sldMk cId="1628521449" sldId="261"/>
            <ac:picMk id="3" creationId="{01D8322B-C114-1A33-83F2-CF4E8C743AC2}"/>
          </ac:picMkLst>
        </pc:picChg>
      </pc:sldChg>
    </pc:docChg>
  </pc:docChgLst>
  <pc:docChgLst>
    <pc:chgData name="Zamora, Angel A." userId="1a783c5a-ad1c-4049-9746-a43d7e14dec0" providerId="ADAL" clId="{DFCB1919-E833-4735-9ACD-FC01E8A66BB8}"/>
    <pc:docChg chg="undo redo custSel addSld delSld modSld">
      <pc:chgData name="Zamora, Angel A." userId="1a783c5a-ad1c-4049-9746-a43d7e14dec0" providerId="ADAL" clId="{DFCB1919-E833-4735-9ACD-FC01E8A66BB8}" dt="2026-04-04T18:03:04.837" v="1845" actId="1076"/>
      <pc:docMkLst>
        <pc:docMk/>
      </pc:docMkLst>
      <pc:sldChg chg="addSp delSp modSp mod">
        <pc:chgData name="Zamora, Angel A." userId="1a783c5a-ad1c-4049-9746-a43d7e14dec0" providerId="ADAL" clId="{DFCB1919-E833-4735-9ACD-FC01E8A66BB8}" dt="2026-04-04T18:03:04.837" v="1845" actId="1076"/>
        <pc:sldMkLst>
          <pc:docMk/>
          <pc:sldMk cId="3107840811" sldId="258"/>
        </pc:sldMkLst>
        <pc:spChg chg="mod">
          <ac:chgData name="Zamora, Angel A." userId="1a783c5a-ad1c-4049-9746-a43d7e14dec0" providerId="ADAL" clId="{DFCB1919-E833-4735-9ACD-FC01E8A66BB8}" dt="2026-04-04T17:46:24.746" v="1518" actId="571"/>
          <ac:spMkLst>
            <pc:docMk/>
            <pc:sldMk cId="3107840811" sldId="258"/>
            <ac:spMk id="2" creationId="{11D8D47A-4BB9-9126-97FF-4E16AF9C8D56}"/>
          </ac:spMkLst>
        </pc:spChg>
        <pc:spChg chg="mod">
          <ac:chgData name="Zamora, Angel A." userId="1a783c5a-ad1c-4049-9746-a43d7e14dec0" providerId="ADAL" clId="{DFCB1919-E833-4735-9ACD-FC01E8A66BB8}" dt="2026-04-04T17:31:55.092" v="1320"/>
          <ac:spMkLst>
            <pc:docMk/>
            <pc:sldMk cId="3107840811" sldId="258"/>
            <ac:spMk id="18" creationId="{B6B56875-4E63-9EB8-CF3D-2D2F6349EA09}"/>
          </ac:spMkLst>
        </pc:spChg>
        <pc:spChg chg="mod">
          <ac:chgData name="Zamora, Angel A." userId="1a783c5a-ad1c-4049-9746-a43d7e14dec0" providerId="ADAL" clId="{DFCB1919-E833-4735-9ACD-FC01E8A66BB8}" dt="2026-04-04T17:31:55.092" v="1320"/>
          <ac:spMkLst>
            <pc:docMk/>
            <pc:sldMk cId="3107840811" sldId="258"/>
            <ac:spMk id="20" creationId="{99BCDA73-7D10-D2E6-A75A-F5BBEB3FDA3F}"/>
          </ac:spMkLst>
        </pc:spChg>
        <pc:spChg chg="add mod">
          <ac:chgData name="Zamora, Angel A." userId="1a783c5a-ad1c-4049-9746-a43d7e14dec0" providerId="ADAL" clId="{DFCB1919-E833-4735-9ACD-FC01E8A66BB8}" dt="2026-03-31T19:33:39.224" v="1025" actId="1076"/>
          <ac:spMkLst>
            <pc:docMk/>
            <pc:sldMk cId="3107840811" sldId="258"/>
            <ac:spMk id="28" creationId="{C6D711F2-0764-9C80-983A-6F97FB4BC27D}"/>
          </ac:spMkLst>
        </pc:spChg>
        <pc:spChg chg="add mod">
          <ac:chgData name="Zamora, Angel A." userId="1a783c5a-ad1c-4049-9746-a43d7e14dec0" providerId="ADAL" clId="{DFCB1919-E833-4735-9ACD-FC01E8A66BB8}" dt="2026-03-31T19:35:13.006" v="1038" actId="1076"/>
          <ac:spMkLst>
            <pc:docMk/>
            <pc:sldMk cId="3107840811" sldId="258"/>
            <ac:spMk id="29" creationId="{E47333FD-509A-E822-85E6-0D3CE095B1E3}"/>
          </ac:spMkLst>
        </pc:spChg>
        <pc:spChg chg="add mod">
          <ac:chgData name="Zamora, Angel A." userId="1a783c5a-ad1c-4049-9746-a43d7e14dec0" providerId="ADAL" clId="{DFCB1919-E833-4735-9ACD-FC01E8A66BB8}" dt="2026-03-31T19:45:49.186" v="1074" actId="1076"/>
          <ac:spMkLst>
            <pc:docMk/>
            <pc:sldMk cId="3107840811" sldId="258"/>
            <ac:spMk id="30" creationId="{2D653757-0A52-A668-333B-6EF3D707ECAB}"/>
          </ac:spMkLst>
        </pc:spChg>
        <pc:spChg chg="add mod">
          <ac:chgData name="Zamora, Angel A." userId="1a783c5a-ad1c-4049-9746-a43d7e14dec0" providerId="ADAL" clId="{DFCB1919-E833-4735-9ACD-FC01E8A66BB8}" dt="2026-04-01T19:53:39.377" v="1287" actId="20577"/>
          <ac:spMkLst>
            <pc:docMk/>
            <pc:sldMk cId="3107840811" sldId="258"/>
            <ac:spMk id="34" creationId="{2CF17881-92B4-920C-D3F9-088C11B6DFFE}"/>
          </ac:spMkLst>
        </pc:spChg>
        <pc:spChg chg="mod">
          <ac:chgData name="Zamora, Angel A." userId="1a783c5a-ad1c-4049-9746-a43d7e14dec0" providerId="ADAL" clId="{DFCB1919-E833-4735-9ACD-FC01E8A66BB8}" dt="2026-04-04T17:31:55.092" v="1320"/>
          <ac:spMkLst>
            <pc:docMk/>
            <pc:sldMk cId="3107840811" sldId="258"/>
            <ac:spMk id="35" creationId="{A5DA1FCC-B3DE-D9E6-B817-58846B73192A}"/>
          </ac:spMkLst>
        </pc:spChg>
        <pc:spChg chg="mod">
          <ac:chgData name="Zamora, Angel A." userId="1a783c5a-ad1c-4049-9746-a43d7e14dec0" providerId="ADAL" clId="{DFCB1919-E833-4735-9ACD-FC01E8A66BB8}" dt="2026-04-04T17:31:55.092" v="1320"/>
          <ac:spMkLst>
            <pc:docMk/>
            <pc:sldMk cId="3107840811" sldId="258"/>
            <ac:spMk id="39" creationId="{7A0D5254-6E92-C8D1-4531-B5D96B934A47}"/>
          </ac:spMkLst>
        </pc:spChg>
        <pc:spChg chg="mod">
          <ac:chgData name="Zamora, Angel A." userId="1a783c5a-ad1c-4049-9746-a43d7e14dec0" providerId="ADAL" clId="{DFCB1919-E833-4735-9ACD-FC01E8A66BB8}" dt="2026-04-04T17:50:28.648" v="1592" actId="14100"/>
          <ac:spMkLst>
            <pc:docMk/>
            <pc:sldMk cId="3107840811" sldId="258"/>
            <ac:spMk id="43" creationId="{B9BFE97D-8F2E-15C4-5EB5-4F82DAF37884}"/>
          </ac:spMkLst>
        </pc:spChg>
        <pc:spChg chg="mod">
          <ac:chgData name="Zamora, Angel A." userId="1a783c5a-ad1c-4049-9746-a43d7e14dec0" providerId="ADAL" clId="{DFCB1919-E833-4735-9ACD-FC01E8A66BB8}" dt="2026-04-04T17:51:53.340" v="1621" actId="14100"/>
          <ac:spMkLst>
            <pc:docMk/>
            <pc:sldMk cId="3107840811" sldId="258"/>
            <ac:spMk id="84" creationId="{0DF93A72-CEB0-C0D3-881B-65773337E03A}"/>
          </ac:spMkLst>
        </pc:spChg>
        <pc:spChg chg="mod topLvl">
          <ac:chgData name="Zamora, Angel A." userId="1a783c5a-ad1c-4049-9746-a43d7e14dec0" providerId="ADAL" clId="{DFCB1919-E833-4735-9ACD-FC01E8A66BB8}" dt="2026-04-04T17:40:25.562" v="1411" actId="165"/>
          <ac:spMkLst>
            <pc:docMk/>
            <pc:sldMk cId="3107840811" sldId="258"/>
            <ac:spMk id="228" creationId="{3F535B6C-9A21-6E0A-5B5B-BDD973C277F0}"/>
          </ac:spMkLst>
        </pc:spChg>
        <pc:spChg chg="mod topLvl">
          <ac:chgData name="Zamora, Angel A." userId="1a783c5a-ad1c-4049-9746-a43d7e14dec0" providerId="ADAL" clId="{DFCB1919-E833-4735-9ACD-FC01E8A66BB8}" dt="2026-04-04T18:01:34.298" v="1798" actId="1076"/>
          <ac:spMkLst>
            <pc:docMk/>
            <pc:sldMk cId="3107840811" sldId="258"/>
            <ac:spMk id="229" creationId="{3E0CDBC3-C139-F214-326E-6C1BFDCD4943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40" creationId="{99ED2F55-8882-8A43-BEB2-172683D532A8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42" creationId="{5F440B1C-838A-B6EC-89CD-3C5B1B95F81A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44" creationId="{7B9F57B5-2D63-3EA6-1A9E-44306D63DD9F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46" creationId="{1AA599B0-CBB4-C466-2EE8-92FC66E92845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48" creationId="{17AE75E3-CCA8-A2EF-8187-122A4A827C05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50" creationId="{4F7848B6-112D-26B9-E22A-661FF3E63C6B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52" creationId="{19035D2A-5E35-8B4B-BA99-D19FD462305D}"/>
          </ac:spMkLst>
        </pc:spChg>
        <pc:spChg chg="mod">
          <ac:chgData name="Zamora, Angel A." userId="1a783c5a-ad1c-4049-9746-a43d7e14dec0" providerId="ADAL" clId="{DFCB1919-E833-4735-9ACD-FC01E8A66BB8}" dt="2026-04-04T17:40:35.314" v="1413" actId="165"/>
          <ac:spMkLst>
            <pc:docMk/>
            <pc:sldMk cId="3107840811" sldId="258"/>
            <ac:spMk id="254" creationId="{9B84C6B7-1580-32AA-5934-66A79A618FAF}"/>
          </ac:spMkLst>
        </pc:spChg>
        <pc:spChg chg="mod">
          <ac:chgData name="Zamora, Angel A." userId="1a783c5a-ad1c-4049-9746-a43d7e14dec0" providerId="ADAL" clId="{DFCB1919-E833-4735-9ACD-FC01E8A66BB8}" dt="2026-04-04T17:40:42.241" v="1414"/>
          <ac:spMkLst>
            <pc:docMk/>
            <pc:sldMk cId="3107840811" sldId="258"/>
            <ac:spMk id="265" creationId="{DD850340-3EE5-80BD-F5E8-1D12D30CAFCD}"/>
          </ac:spMkLst>
        </pc:spChg>
        <pc:spChg chg="mod">
          <ac:chgData name="Zamora, Angel A." userId="1a783c5a-ad1c-4049-9746-a43d7e14dec0" providerId="ADAL" clId="{DFCB1919-E833-4735-9ACD-FC01E8A66BB8}" dt="2026-04-04T17:40:42.241" v="1414"/>
          <ac:spMkLst>
            <pc:docMk/>
            <pc:sldMk cId="3107840811" sldId="258"/>
            <ac:spMk id="268" creationId="{E76F7045-313A-2281-744B-8DB83B5D519A}"/>
          </ac:spMkLst>
        </pc:spChg>
        <pc:spChg chg="mod">
          <ac:chgData name="Zamora, Angel A." userId="1a783c5a-ad1c-4049-9746-a43d7e14dec0" providerId="ADAL" clId="{DFCB1919-E833-4735-9ACD-FC01E8A66BB8}" dt="2026-04-04T17:40:57.702" v="1417"/>
          <ac:spMkLst>
            <pc:docMk/>
            <pc:sldMk cId="3107840811" sldId="258"/>
            <ac:spMk id="273" creationId="{1D83C986-D6FD-EA08-B55B-EA67550E7F0C}"/>
          </ac:spMkLst>
        </pc:spChg>
        <pc:spChg chg="mod">
          <ac:chgData name="Zamora, Angel A." userId="1a783c5a-ad1c-4049-9746-a43d7e14dec0" providerId="ADAL" clId="{DFCB1919-E833-4735-9ACD-FC01E8A66BB8}" dt="2026-04-04T17:40:57.702" v="1417"/>
          <ac:spMkLst>
            <pc:docMk/>
            <pc:sldMk cId="3107840811" sldId="258"/>
            <ac:spMk id="277" creationId="{1DA8F03D-0AFC-70B2-61AC-1AFF26DD1D9A}"/>
          </ac:spMkLst>
        </pc:spChg>
        <pc:spChg chg="mod">
          <ac:chgData name="Zamora, Angel A." userId="1a783c5a-ad1c-4049-9746-a43d7e14dec0" providerId="ADAL" clId="{DFCB1919-E833-4735-9ACD-FC01E8A66BB8}" dt="2026-04-04T17:41:05.743" v="1419"/>
          <ac:spMkLst>
            <pc:docMk/>
            <pc:sldMk cId="3107840811" sldId="258"/>
            <ac:spMk id="282" creationId="{D37B20FD-7BC2-8CDF-8FB2-8405A7D046C3}"/>
          </ac:spMkLst>
        </pc:spChg>
        <pc:spChg chg="mod">
          <ac:chgData name="Zamora, Angel A." userId="1a783c5a-ad1c-4049-9746-a43d7e14dec0" providerId="ADAL" clId="{DFCB1919-E833-4735-9ACD-FC01E8A66BB8}" dt="2026-04-04T17:41:05.743" v="1419"/>
          <ac:spMkLst>
            <pc:docMk/>
            <pc:sldMk cId="3107840811" sldId="258"/>
            <ac:spMk id="286" creationId="{9BD1FCDF-3655-F233-8BA4-A76D34609AE3}"/>
          </ac:spMkLst>
        </pc:spChg>
        <pc:spChg chg="add mod">
          <ac:chgData name="Zamora, Angel A." userId="1a783c5a-ad1c-4049-9746-a43d7e14dec0" providerId="ADAL" clId="{DFCB1919-E833-4735-9ACD-FC01E8A66BB8}" dt="2026-04-04T17:56:49.198" v="1700" actId="1076"/>
          <ac:spMkLst>
            <pc:docMk/>
            <pc:sldMk cId="3107840811" sldId="258"/>
            <ac:spMk id="335" creationId="{9F856995-DCD8-B83E-2696-77B72033151B}"/>
          </ac:spMkLst>
        </pc:spChg>
        <pc:spChg chg="mod">
          <ac:chgData name="Zamora, Angel A." userId="1a783c5a-ad1c-4049-9746-a43d7e14dec0" providerId="ADAL" clId="{DFCB1919-E833-4735-9ACD-FC01E8A66BB8}" dt="2026-04-04T17:47:06.989" v="1529" actId="165"/>
          <ac:spMkLst>
            <pc:docMk/>
            <pc:sldMk cId="3107840811" sldId="258"/>
            <ac:spMk id="360" creationId="{E27482D7-0C4A-6D09-AE40-F651EEDBD3A8}"/>
          </ac:spMkLst>
        </pc:spChg>
        <pc:spChg chg="mod">
          <ac:chgData name="Zamora, Angel A." userId="1a783c5a-ad1c-4049-9746-a43d7e14dec0" providerId="ADAL" clId="{DFCB1919-E833-4735-9ACD-FC01E8A66BB8}" dt="2026-04-04T17:47:06.989" v="1529" actId="165"/>
          <ac:spMkLst>
            <pc:docMk/>
            <pc:sldMk cId="3107840811" sldId="258"/>
            <ac:spMk id="364" creationId="{E62B084A-EB78-3C37-172A-F375DBE7D181}"/>
          </ac:spMkLst>
        </pc:spChg>
        <pc:spChg chg="mod">
          <ac:chgData name="Zamora, Angel A." userId="1a783c5a-ad1c-4049-9746-a43d7e14dec0" providerId="ADAL" clId="{DFCB1919-E833-4735-9ACD-FC01E8A66BB8}" dt="2026-04-04T17:48:23.932" v="1553" actId="1076"/>
          <ac:spMkLst>
            <pc:docMk/>
            <pc:sldMk cId="3107840811" sldId="258"/>
            <ac:spMk id="370" creationId="{FB4863FE-6AE7-59CC-307C-C4EE61F96B54}"/>
          </ac:spMkLst>
        </pc:spChg>
        <pc:spChg chg="mod">
          <ac:chgData name="Zamora, Angel A." userId="1a783c5a-ad1c-4049-9746-a43d7e14dec0" providerId="ADAL" clId="{DFCB1919-E833-4735-9ACD-FC01E8A66BB8}" dt="2026-04-04T17:48:18.704" v="1551" actId="1076"/>
          <ac:spMkLst>
            <pc:docMk/>
            <pc:sldMk cId="3107840811" sldId="258"/>
            <ac:spMk id="373" creationId="{DBB6EA2F-A7F5-3507-15BE-6A5EA5E27051}"/>
          </ac:spMkLst>
        </pc:spChg>
        <pc:spChg chg="mod">
          <ac:chgData name="Zamora, Angel A." userId="1a783c5a-ad1c-4049-9746-a43d7e14dec0" providerId="ADAL" clId="{DFCB1919-E833-4735-9ACD-FC01E8A66BB8}" dt="2026-04-04T17:47:55.241" v="1543" actId="1076"/>
          <ac:spMkLst>
            <pc:docMk/>
            <pc:sldMk cId="3107840811" sldId="258"/>
            <ac:spMk id="376" creationId="{63259205-C629-7FE0-A946-8C6561582734}"/>
          </ac:spMkLst>
        </pc:spChg>
        <pc:spChg chg="mod">
          <ac:chgData name="Zamora, Angel A." userId="1a783c5a-ad1c-4049-9746-a43d7e14dec0" providerId="ADAL" clId="{DFCB1919-E833-4735-9ACD-FC01E8A66BB8}" dt="2026-04-04T17:48:11.863" v="1548" actId="1076"/>
          <ac:spMkLst>
            <pc:docMk/>
            <pc:sldMk cId="3107840811" sldId="258"/>
            <ac:spMk id="379" creationId="{6720C87C-B933-2CC2-90F5-9A19BF57BDED}"/>
          </ac:spMkLst>
        </pc:spChg>
        <pc:spChg chg="mod">
          <ac:chgData name="Zamora, Angel A." userId="1a783c5a-ad1c-4049-9746-a43d7e14dec0" providerId="ADAL" clId="{DFCB1919-E833-4735-9ACD-FC01E8A66BB8}" dt="2026-04-04T17:47:45.933" v="1539" actId="1076"/>
          <ac:spMkLst>
            <pc:docMk/>
            <pc:sldMk cId="3107840811" sldId="258"/>
            <ac:spMk id="382" creationId="{346BE1FB-5E20-A6CD-FF64-919A983BD0E2}"/>
          </ac:spMkLst>
        </pc:spChg>
        <pc:spChg chg="mod">
          <ac:chgData name="Zamora, Angel A." userId="1a783c5a-ad1c-4049-9746-a43d7e14dec0" providerId="ADAL" clId="{DFCB1919-E833-4735-9ACD-FC01E8A66BB8}" dt="2026-04-04T17:47:35.597" v="1537" actId="165"/>
          <ac:spMkLst>
            <pc:docMk/>
            <pc:sldMk cId="3107840811" sldId="258"/>
            <ac:spMk id="385" creationId="{EC238DD0-C831-387D-1955-C34548564E84}"/>
          </ac:spMkLst>
        </pc:spChg>
        <pc:spChg chg="mod">
          <ac:chgData name="Zamora, Angel A." userId="1a783c5a-ad1c-4049-9746-a43d7e14dec0" providerId="ADAL" clId="{DFCB1919-E833-4735-9ACD-FC01E8A66BB8}" dt="2026-04-04T17:47:06.989" v="1529" actId="165"/>
          <ac:spMkLst>
            <pc:docMk/>
            <pc:sldMk cId="3107840811" sldId="258"/>
            <ac:spMk id="388" creationId="{3D8F2F5C-2B6C-24DB-13FC-C3A4D748013E}"/>
          </ac:spMkLst>
        </pc:spChg>
        <pc:spChg chg="mod">
          <ac:chgData name="Zamora, Angel A." userId="1a783c5a-ad1c-4049-9746-a43d7e14dec0" providerId="ADAL" clId="{DFCB1919-E833-4735-9ACD-FC01E8A66BB8}" dt="2026-04-04T17:46:24.746" v="1518" actId="571"/>
          <ac:spMkLst>
            <pc:docMk/>
            <pc:sldMk cId="3107840811" sldId="258"/>
            <ac:spMk id="391" creationId="{36694FD0-FD2A-D6E3-8C98-573355790BC0}"/>
          </ac:spMkLst>
        </pc:spChg>
        <pc:spChg chg="mod">
          <ac:chgData name="Zamora, Angel A." userId="1a783c5a-ad1c-4049-9746-a43d7e14dec0" providerId="ADAL" clId="{DFCB1919-E833-4735-9ACD-FC01E8A66BB8}" dt="2026-04-04T17:34:10.459" v="1345" actId="1076"/>
          <ac:spMkLst>
            <pc:docMk/>
            <pc:sldMk cId="3107840811" sldId="258"/>
            <ac:spMk id="394" creationId="{3BA390B2-8822-6E7F-6BD9-D2E520019E45}"/>
          </ac:spMkLst>
        </pc:spChg>
        <pc:spChg chg="mod">
          <ac:chgData name="Zamora, Angel A." userId="1a783c5a-ad1c-4049-9746-a43d7e14dec0" providerId="ADAL" clId="{DFCB1919-E833-4735-9ACD-FC01E8A66BB8}" dt="2026-04-04T17:47:06.989" v="1529" actId="165"/>
          <ac:spMkLst>
            <pc:docMk/>
            <pc:sldMk cId="3107840811" sldId="258"/>
            <ac:spMk id="397" creationId="{9D1002CD-8B87-032F-C9C1-098704F93129}"/>
          </ac:spMkLst>
        </pc:spChg>
        <pc:spChg chg="mod">
          <ac:chgData name="Zamora, Angel A." userId="1a783c5a-ad1c-4049-9746-a43d7e14dec0" providerId="ADAL" clId="{DFCB1919-E833-4735-9ACD-FC01E8A66BB8}" dt="2026-04-04T17:47:06.989" v="1529" actId="165"/>
          <ac:spMkLst>
            <pc:docMk/>
            <pc:sldMk cId="3107840811" sldId="258"/>
            <ac:spMk id="400" creationId="{E91D233D-66C0-7817-8E55-E70E5E9E7C59}"/>
          </ac:spMkLst>
        </pc:spChg>
        <pc:spChg chg="mod">
          <ac:chgData name="Zamora, Angel A." userId="1a783c5a-ad1c-4049-9746-a43d7e14dec0" providerId="ADAL" clId="{DFCB1919-E833-4735-9ACD-FC01E8A66BB8}" dt="2026-04-04T17:46:59.908" v="1528" actId="165"/>
          <ac:spMkLst>
            <pc:docMk/>
            <pc:sldMk cId="3107840811" sldId="258"/>
            <ac:spMk id="442" creationId="{DD720FF3-CB88-AB82-4484-D4C3222C4F1F}"/>
          </ac:spMkLst>
        </pc:spChg>
        <pc:spChg chg="mod">
          <ac:chgData name="Zamora, Angel A." userId="1a783c5a-ad1c-4049-9746-a43d7e14dec0" providerId="ADAL" clId="{DFCB1919-E833-4735-9ACD-FC01E8A66BB8}" dt="2026-04-04T17:46:45.618" v="1525" actId="1076"/>
          <ac:spMkLst>
            <pc:docMk/>
            <pc:sldMk cId="3107840811" sldId="258"/>
            <ac:spMk id="446" creationId="{516568D1-9A0D-525F-40BE-FDCBEA6AC028}"/>
          </ac:spMkLst>
        </pc:spChg>
        <pc:spChg chg="mod">
          <ac:chgData name="Zamora, Angel A." userId="1a783c5a-ad1c-4049-9746-a43d7e14dec0" providerId="ADAL" clId="{DFCB1919-E833-4735-9ACD-FC01E8A66BB8}" dt="2026-04-04T17:46:42.642" v="1524" actId="1076"/>
          <ac:spMkLst>
            <pc:docMk/>
            <pc:sldMk cId="3107840811" sldId="258"/>
            <ac:spMk id="513" creationId="{06927ABB-FE72-17B4-171B-CEECE742A2A7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49" creationId="{E2BC725F-321C-DA4B-5F3E-E803A17E0C68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51" creationId="{AF024782-C195-C07C-0B21-E1065803EFF8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55" creationId="{E1EE796D-5392-71FA-B102-3B0FEF0AD1CC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59" creationId="{2A1BA214-31B6-8B23-23E9-51E56F831843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61" creationId="{026F2F16-A0EF-A914-DE6C-A8267B2BF62E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63" creationId="{A111CCDB-CB40-BB67-A35B-BCB06A6834EC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67" creationId="{FF66F225-38F7-59DC-A12A-973E258D5786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69" creationId="{471A63C9-FED5-9BB2-9EEB-7EB8A11B9155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71" creationId="{8EAAE425-A695-A628-6367-069CBB464647}"/>
          </ac:spMkLst>
        </pc:spChg>
        <pc:spChg chg="mod">
          <ac:chgData name="Zamora, Angel A." userId="1a783c5a-ad1c-4049-9746-a43d7e14dec0" providerId="ADAL" clId="{DFCB1919-E833-4735-9ACD-FC01E8A66BB8}" dt="2026-04-04T17:50:59.480" v="1603"/>
          <ac:spMkLst>
            <pc:docMk/>
            <pc:sldMk cId="3107840811" sldId="258"/>
            <ac:spMk id="573" creationId="{8F867378-AD59-20AA-2865-5600AD1C18B3}"/>
          </ac:spMkLst>
        </pc:spChg>
        <pc:spChg chg="mod">
          <ac:chgData name="Zamora, Angel A." userId="1a783c5a-ad1c-4049-9746-a43d7e14dec0" providerId="ADAL" clId="{DFCB1919-E833-4735-9ACD-FC01E8A66BB8}" dt="2026-04-04T18:03:04.837" v="1845" actId="1076"/>
          <ac:spMkLst>
            <pc:docMk/>
            <pc:sldMk cId="3107840811" sldId="258"/>
            <ac:spMk id="575" creationId="{CBA8DF17-3466-CC21-1106-648DBB614178}"/>
          </ac:spMkLst>
        </pc:spChg>
        <pc:spChg chg="mod">
          <ac:chgData name="Zamora, Angel A." userId="1a783c5a-ad1c-4049-9746-a43d7e14dec0" providerId="ADAL" clId="{DFCB1919-E833-4735-9ACD-FC01E8A66BB8}" dt="2026-03-31T19:58:39.445" v="1129" actId="14100"/>
          <ac:spMkLst>
            <pc:docMk/>
            <pc:sldMk cId="3107840811" sldId="258"/>
            <ac:spMk id="620" creationId="{49519BDA-C74C-5AC8-BFFF-8E3F6CD952FF}"/>
          </ac:spMkLst>
        </pc:spChg>
        <pc:spChg chg="mod">
          <ac:chgData name="Zamora, Angel A." userId="1a783c5a-ad1c-4049-9746-a43d7e14dec0" providerId="ADAL" clId="{DFCB1919-E833-4735-9ACD-FC01E8A66BB8}" dt="2026-03-31T19:58:42.272" v="1130" actId="1076"/>
          <ac:spMkLst>
            <pc:docMk/>
            <pc:sldMk cId="3107840811" sldId="258"/>
            <ac:spMk id="621" creationId="{ADC40F0D-F84E-216D-A77A-10446356E333}"/>
          </ac:spMkLst>
        </pc:spChg>
        <pc:spChg chg="mod">
          <ac:chgData name="Zamora, Angel A." userId="1a783c5a-ad1c-4049-9746-a43d7e14dec0" providerId="ADAL" clId="{DFCB1919-E833-4735-9ACD-FC01E8A66BB8}" dt="2026-04-04T17:55:57.158" v="1679"/>
          <ac:spMkLst>
            <pc:docMk/>
            <pc:sldMk cId="3107840811" sldId="258"/>
            <ac:spMk id="716" creationId="{F60BBC7E-10D9-F35A-711C-7A94274BF733}"/>
          </ac:spMkLst>
        </pc:spChg>
        <pc:spChg chg="mod">
          <ac:chgData name="Zamora, Angel A." userId="1a783c5a-ad1c-4049-9746-a43d7e14dec0" providerId="ADAL" clId="{DFCB1919-E833-4735-9ACD-FC01E8A66BB8}" dt="2026-04-04T17:57:43.774" v="1728" actId="20577"/>
          <ac:spMkLst>
            <pc:docMk/>
            <pc:sldMk cId="3107840811" sldId="258"/>
            <ac:spMk id="717" creationId="{CF7905B9-95F9-86B8-B954-A3A61234DEC3}"/>
          </ac:spMkLst>
        </pc:spChg>
        <pc:spChg chg="mod">
          <ac:chgData name="Zamora, Angel A." userId="1a783c5a-ad1c-4049-9746-a43d7e14dec0" providerId="ADAL" clId="{DFCB1919-E833-4735-9ACD-FC01E8A66BB8}" dt="2026-04-04T17:56:22.926" v="1695" actId="20577"/>
          <ac:spMkLst>
            <pc:docMk/>
            <pc:sldMk cId="3107840811" sldId="258"/>
            <ac:spMk id="722" creationId="{EB29A4B0-6F41-A335-6A75-83F9526264AE}"/>
          </ac:spMkLst>
        </pc:spChg>
        <pc:spChg chg="mod">
          <ac:chgData name="Zamora, Angel A." userId="1a783c5a-ad1c-4049-9746-a43d7e14dec0" providerId="ADAL" clId="{DFCB1919-E833-4735-9ACD-FC01E8A66BB8}" dt="2026-04-04T17:57:02.918" v="1703" actId="14100"/>
          <ac:spMkLst>
            <pc:docMk/>
            <pc:sldMk cId="3107840811" sldId="258"/>
            <ac:spMk id="724" creationId="{E2AC6DC3-23AB-D969-64A3-3FC33077AA9E}"/>
          </ac:spMkLst>
        </pc:spChg>
        <pc:spChg chg="mod">
          <ac:chgData name="Zamora, Angel A." userId="1a783c5a-ad1c-4049-9746-a43d7e14dec0" providerId="ADAL" clId="{DFCB1919-E833-4735-9ACD-FC01E8A66BB8}" dt="2026-04-04T17:56:17.996" v="1693" actId="20577"/>
          <ac:spMkLst>
            <pc:docMk/>
            <pc:sldMk cId="3107840811" sldId="258"/>
            <ac:spMk id="726" creationId="{4EB7B61C-57B8-15B8-5EEC-9B0223DE48C6}"/>
          </ac:spMkLst>
        </pc:spChg>
        <pc:spChg chg="mod">
          <ac:chgData name="Zamora, Angel A." userId="1a783c5a-ad1c-4049-9746-a43d7e14dec0" providerId="ADAL" clId="{DFCB1919-E833-4735-9ACD-FC01E8A66BB8}" dt="2026-03-31T19:37:34.482" v="1045" actId="20577"/>
          <ac:spMkLst>
            <pc:docMk/>
            <pc:sldMk cId="3107840811" sldId="258"/>
            <ac:spMk id="840" creationId="{29714392-7764-7533-BACF-3D672FEC1056}"/>
          </ac:spMkLst>
        </pc:spChg>
        <pc:spChg chg="mod">
          <ac:chgData name="Zamora, Angel A." userId="1a783c5a-ad1c-4049-9746-a43d7e14dec0" providerId="ADAL" clId="{DFCB1919-E833-4735-9ACD-FC01E8A66BB8}" dt="2026-04-04T17:53:11.549" v="1648" actId="164"/>
          <ac:spMkLst>
            <pc:docMk/>
            <pc:sldMk cId="3107840811" sldId="258"/>
            <ac:spMk id="1565" creationId="{914A4BF1-C9B5-5562-6525-9EB76BC584D5}"/>
          </ac:spMkLst>
        </pc:s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4" creationId="{F5269255-A9C8-9C92-3DD8-F726E522245B}"/>
          </ac:grpSpMkLst>
        </pc:grpChg>
        <pc:grpChg chg="mod">
          <ac:chgData name="Zamora, Angel A." userId="1a783c5a-ad1c-4049-9746-a43d7e14dec0" providerId="ADAL" clId="{DFCB1919-E833-4735-9ACD-FC01E8A66BB8}" dt="2026-04-04T17:43:23.002" v="1450" actId="1076"/>
          <ac:grpSpMkLst>
            <pc:docMk/>
            <pc:sldMk cId="3107840811" sldId="258"/>
            <ac:grpSpMk id="5" creationId="{C74ADB00-22EB-40C0-31F5-B215652685BA}"/>
          </ac:grpSpMkLst>
        </pc:grpChg>
        <pc:grpChg chg="add mod">
          <ac:chgData name="Zamora, Angel A." userId="1a783c5a-ad1c-4049-9746-a43d7e14dec0" providerId="ADAL" clId="{DFCB1919-E833-4735-9ACD-FC01E8A66BB8}" dt="2026-04-04T17:31:57.233" v="1321" actId="1076"/>
          <ac:grpSpMkLst>
            <pc:docMk/>
            <pc:sldMk cId="3107840811" sldId="258"/>
            <ac:grpSpMk id="17" creationId="{0567CF68-AA41-F77A-F3B0-9451940C4F16}"/>
          </ac:grpSpMkLst>
        </pc:grpChg>
        <pc:grpChg chg="mod">
          <ac:chgData name="Zamora, Angel A." userId="1a783c5a-ad1c-4049-9746-a43d7e14dec0" providerId="ADAL" clId="{DFCB1919-E833-4735-9ACD-FC01E8A66BB8}" dt="2026-04-04T17:31:55.092" v="1320"/>
          <ac:grpSpMkLst>
            <pc:docMk/>
            <pc:sldMk cId="3107840811" sldId="258"/>
            <ac:grpSpMk id="22" creationId="{7D1FD0EA-A74F-EC57-7BF2-3C429B49EA95}"/>
          </ac:grpSpMkLst>
        </pc:grpChg>
        <pc:grpChg chg="mod">
          <ac:chgData name="Zamora, Angel A." userId="1a783c5a-ad1c-4049-9746-a43d7e14dec0" providerId="ADAL" clId="{DFCB1919-E833-4735-9ACD-FC01E8A66BB8}" dt="2026-04-04T17:31:55.092" v="1320"/>
          <ac:grpSpMkLst>
            <pc:docMk/>
            <pc:sldMk cId="3107840811" sldId="258"/>
            <ac:grpSpMk id="24" creationId="{637E5561-D13A-645A-C702-DBF6FDC6A972}"/>
          </ac:grpSpMkLst>
        </pc:grpChg>
        <pc:grpChg chg="mod">
          <ac:chgData name="Zamora, Angel A." userId="1a783c5a-ad1c-4049-9746-a43d7e14dec0" providerId="ADAL" clId="{DFCB1919-E833-4735-9ACD-FC01E8A66BB8}" dt="2026-04-04T17:31:55.092" v="1320"/>
          <ac:grpSpMkLst>
            <pc:docMk/>
            <pc:sldMk cId="3107840811" sldId="258"/>
            <ac:grpSpMk id="25" creationId="{0E8B6AF8-D9E2-18AD-78C4-A718B919E860}"/>
          </ac:grpSpMkLst>
        </pc:grpChg>
        <pc:grpChg chg="mod">
          <ac:chgData name="Zamora, Angel A." userId="1a783c5a-ad1c-4049-9746-a43d7e14dec0" providerId="ADAL" clId="{DFCB1919-E833-4735-9ACD-FC01E8A66BB8}" dt="2026-04-04T17:43:23.002" v="1450" actId="1076"/>
          <ac:grpSpMkLst>
            <pc:docMk/>
            <pc:sldMk cId="3107840811" sldId="258"/>
            <ac:grpSpMk id="70" creationId="{8E55E3E5-137C-5FC5-023A-0871F8D5ABA4}"/>
          </ac:grpSpMkLst>
        </pc:grpChg>
        <pc:grpChg chg="mod">
          <ac:chgData name="Zamora, Angel A." userId="1a783c5a-ad1c-4049-9746-a43d7e14dec0" providerId="ADAL" clId="{DFCB1919-E833-4735-9ACD-FC01E8A66BB8}" dt="2026-04-04T17:43:23.002" v="1450" actId="1076"/>
          <ac:grpSpMkLst>
            <pc:docMk/>
            <pc:sldMk cId="3107840811" sldId="258"/>
            <ac:grpSpMk id="88" creationId="{1859E6D6-46B8-DB1E-BF97-A7D2EDCE2263}"/>
          </ac:grpSpMkLst>
        </pc:grpChg>
        <pc:grpChg chg="mod">
          <ac:chgData name="Zamora, Angel A." userId="1a783c5a-ad1c-4049-9746-a43d7e14dec0" providerId="ADAL" clId="{DFCB1919-E833-4735-9ACD-FC01E8A66BB8}" dt="2026-04-04T17:43:23.002" v="1450" actId="1076"/>
          <ac:grpSpMkLst>
            <pc:docMk/>
            <pc:sldMk cId="3107840811" sldId="258"/>
            <ac:grpSpMk id="172" creationId="{51D33777-075C-1E7D-9EC6-715A765E11EC}"/>
          </ac:grpSpMkLst>
        </pc:grpChg>
        <pc:grpChg chg="mod">
          <ac:chgData name="Zamora, Angel A." userId="1a783c5a-ad1c-4049-9746-a43d7e14dec0" providerId="ADAL" clId="{DFCB1919-E833-4735-9ACD-FC01E8A66BB8}" dt="2026-04-04T17:43:23.002" v="1450" actId="1076"/>
          <ac:grpSpMkLst>
            <pc:docMk/>
            <pc:sldMk cId="3107840811" sldId="258"/>
            <ac:grpSpMk id="192" creationId="{7524B738-624F-AB76-7A64-5A82BE3CEC28}"/>
          </ac:grpSpMkLst>
        </pc:grpChg>
        <pc:grpChg chg="mod">
          <ac:chgData name="Zamora, Angel A." userId="1a783c5a-ad1c-4049-9746-a43d7e14dec0" providerId="ADAL" clId="{DFCB1919-E833-4735-9ACD-FC01E8A66BB8}" dt="2026-04-04T17:43:23.002" v="1450" actId="1076"/>
          <ac:grpSpMkLst>
            <pc:docMk/>
            <pc:sldMk cId="3107840811" sldId="258"/>
            <ac:grpSpMk id="203" creationId="{0CDDA903-295A-7EFF-EE49-8081E02CAC56}"/>
          </ac:grpSpMkLst>
        </pc:grpChg>
        <pc:grpChg chg="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31" creationId="{125733DD-3FE1-A7B1-CB8F-94F05CD590A2}"/>
          </ac:grpSpMkLst>
        </pc:grpChg>
        <pc:grpChg chg="mod topLvl">
          <ac:chgData name="Zamora, Angel A." userId="1a783c5a-ad1c-4049-9746-a43d7e14dec0" providerId="ADAL" clId="{DFCB1919-E833-4735-9ACD-FC01E8A66BB8}" dt="2026-04-04T17:40:53.181" v="1416" actId="1076"/>
          <ac:grpSpMkLst>
            <pc:docMk/>
            <pc:sldMk cId="3107840811" sldId="258"/>
            <ac:grpSpMk id="232" creationId="{9E75B2EA-280D-292B-6067-C072B7905418}"/>
          </ac:grpSpMkLst>
        </pc:grpChg>
        <pc:grpChg chg="mod topLvl">
          <ac:chgData name="Zamora, Angel A." userId="1a783c5a-ad1c-4049-9746-a43d7e14dec0" providerId="ADAL" clId="{DFCB1919-E833-4735-9ACD-FC01E8A66BB8}" dt="2026-04-04T17:41:35.244" v="1426" actId="408"/>
          <ac:grpSpMkLst>
            <pc:docMk/>
            <pc:sldMk cId="3107840811" sldId="258"/>
            <ac:grpSpMk id="233" creationId="{A6E84121-5B5A-D985-77AB-AA51824E7EFD}"/>
          </ac:grpSpMkLst>
        </pc:grpChg>
        <pc:grpChg chg="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34" creationId="{8F198BA6-AADB-3CAD-9FA4-40ABCBC5CCC8}"/>
          </ac:grpSpMkLst>
        </pc:grpChg>
        <pc:grpChg chg="mod">
          <ac:chgData name="Zamora, Angel A." userId="1a783c5a-ad1c-4049-9746-a43d7e14dec0" providerId="ADAL" clId="{DFCB1919-E833-4735-9ACD-FC01E8A66BB8}" dt="2026-04-04T17:40:53.181" v="1416" actId="1076"/>
          <ac:grpSpMkLst>
            <pc:docMk/>
            <pc:sldMk cId="3107840811" sldId="258"/>
            <ac:grpSpMk id="235" creationId="{E9D37AA0-D47C-AE6D-FCFA-DB11A25501F9}"/>
          </ac:grpSpMkLst>
        </pc:grpChg>
        <pc:grpChg chg="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36" creationId="{806BCB98-A4EB-AD7B-B0BD-462FA3CD0BDD}"/>
          </ac:grpSpMkLst>
        </pc:grpChg>
        <pc:grpChg chg="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37" creationId="{637187CA-C2BC-6C6F-082A-F9E17D627982}"/>
          </ac:grpSpMkLst>
        </pc:grpChg>
        <pc:grpChg chg="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38" creationId="{A22AC0CB-0E44-C6C7-B006-DA522FEED55C}"/>
          </ac:grpSpMkLst>
        </pc:grpChg>
        <pc:grpChg chg="add 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63" creationId="{80171322-C36E-1560-EBF2-21805B9180E3}"/>
          </ac:grpSpMkLst>
        </pc:grpChg>
        <pc:grpChg chg="add 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66" creationId="{39DDC14D-F952-845A-2E41-42881EFBF088}"/>
          </ac:grpSpMkLst>
        </pc:grpChg>
        <pc:grpChg chg="add 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69" creationId="{88AE6D62-3756-93AE-7ECA-5CD92F4DFFEF}"/>
          </ac:grpSpMkLst>
        </pc:grpChg>
        <pc:grpChg chg="add 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74" creationId="{C6C9807B-024F-93F6-188F-3E091E373DD5}"/>
          </ac:grpSpMkLst>
        </pc:grpChg>
        <pc:grpChg chg="add mod">
          <ac:chgData name="Zamora, Angel A." userId="1a783c5a-ad1c-4049-9746-a43d7e14dec0" providerId="ADAL" clId="{DFCB1919-E833-4735-9ACD-FC01E8A66BB8}" dt="2026-04-04T17:41:37.220" v="1427" actId="164"/>
          <ac:grpSpMkLst>
            <pc:docMk/>
            <pc:sldMk cId="3107840811" sldId="258"/>
            <ac:grpSpMk id="279" creationId="{AF59AF04-88D3-7EF0-AFD0-B199673DB904}"/>
          </ac:grpSpMkLst>
        </pc:grpChg>
        <pc:grpChg chg="add mod">
          <ac:chgData name="Zamora, Angel A." userId="1a783c5a-ad1c-4049-9746-a43d7e14dec0" providerId="ADAL" clId="{DFCB1919-E833-4735-9ACD-FC01E8A66BB8}" dt="2026-04-04T17:41:35.244" v="1426" actId="408"/>
          <ac:grpSpMkLst>
            <pc:docMk/>
            <pc:sldMk cId="3107840811" sldId="258"/>
            <ac:grpSpMk id="283" creationId="{1421E6E0-85A7-629A-2530-138AD95443F5}"/>
          </ac:grpSpMkLst>
        </pc:grpChg>
        <pc:grpChg chg="mod">
          <ac:chgData name="Zamora, Angel A." userId="1a783c5a-ad1c-4049-9746-a43d7e14dec0" providerId="ADAL" clId="{DFCB1919-E833-4735-9ACD-FC01E8A66BB8}" dt="2026-04-04T17:41:40.586" v="1428" actId="1076"/>
          <ac:grpSpMkLst>
            <pc:docMk/>
            <pc:sldMk cId="3107840811" sldId="258"/>
            <ac:grpSpMk id="287" creationId="{A88EBB25-7609-7053-0B9E-A4ABA3022CA6}"/>
          </ac:grpSpMkLst>
        </pc:grpChg>
        <pc:grpChg chg="add mod">
          <ac:chgData name="Zamora, Angel A." userId="1a783c5a-ad1c-4049-9746-a43d7e14dec0" providerId="ADAL" clId="{DFCB1919-E833-4735-9ACD-FC01E8A66BB8}" dt="2026-04-04T17:49:14.911" v="1577" actId="164"/>
          <ac:grpSpMkLst>
            <pc:docMk/>
            <pc:sldMk cId="3107840811" sldId="258"/>
            <ac:grpSpMk id="337" creationId="{29C37AFD-6E90-1FF8-AF70-B039C39E7EFA}"/>
          </ac:grpSpMkLst>
        </pc:grpChg>
        <pc:grpChg chg="add mod">
          <ac:chgData name="Zamora, Angel A." userId="1a783c5a-ad1c-4049-9746-a43d7e14dec0" providerId="ADAL" clId="{DFCB1919-E833-4735-9ACD-FC01E8A66BB8}" dt="2026-04-04T17:49:18.785" v="1578" actId="1076"/>
          <ac:grpSpMkLst>
            <pc:docMk/>
            <pc:sldMk cId="3107840811" sldId="258"/>
            <ac:grpSpMk id="340" creationId="{31BA8FD7-D115-A53B-432F-E546C23526B7}"/>
          </ac:grpSpMkLst>
        </pc:gr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362" creationId="{6B0F06E2-88E2-4C6A-EBDC-D7C6CEF3C07A}"/>
          </ac:grpSpMkLst>
        </pc:gr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363" creationId="{237E6A7A-FB16-FD56-A985-B8EE56501C70}"/>
          </ac:grpSpMkLst>
        </pc:grpChg>
        <pc:grpChg chg="mod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369" creationId="{8DC311A0-16B3-CEBE-534E-F0C2EA610147}"/>
          </ac:grpSpMkLst>
        </pc:grpChg>
        <pc:grpChg chg="mod topLvl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372" creationId="{02889751-0CF0-2B79-6DEF-F2E9EC417CC7}"/>
          </ac:grpSpMkLst>
        </pc:grpChg>
        <pc:grpChg chg="mod topLvl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375" creationId="{69EF7B33-11FF-1B51-9A36-A0FF9E39527F}"/>
          </ac:grpSpMkLst>
        </pc:grpChg>
        <pc:grpChg chg="mod topLvl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378" creationId="{C7A4F9F9-B9DC-049A-6DE3-84759E58825A}"/>
          </ac:grpSpMkLst>
        </pc:grpChg>
        <pc:grpChg chg="mod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381" creationId="{F0E97141-E0D7-D2FD-4072-EC6FCDE44237}"/>
          </ac:grpSpMkLst>
        </pc:grpChg>
        <pc:grpChg chg="mod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384" creationId="{39858DEC-CA6D-118E-C6DF-0EA811D0A317}"/>
          </ac:grpSpMkLst>
        </pc:gr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387" creationId="{C893F47D-08B0-7F3F-BEC2-DBA16BE0EAB9}"/>
          </ac:grpSpMkLst>
        </pc:gr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390" creationId="{B3E5B0F8-3B30-CD05-B94B-214BE14F9AB6}"/>
          </ac:grpSpMkLst>
        </pc:gr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393" creationId="{3994DC5B-BED5-9CFC-B70D-FD123848FD14}"/>
          </ac:grpSpMkLst>
        </pc:gr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396" creationId="{D9C7F3BB-2494-3B80-4C9C-82128BBB77E8}"/>
          </ac:grpSpMkLst>
        </pc:grpChg>
        <pc:grpChg chg="mod">
          <ac:chgData name="Zamora, Angel A." userId="1a783c5a-ad1c-4049-9746-a43d7e14dec0" providerId="ADAL" clId="{DFCB1919-E833-4735-9ACD-FC01E8A66BB8}" dt="2026-04-04T17:53:11.549" v="1648" actId="164"/>
          <ac:grpSpMkLst>
            <pc:docMk/>
            <pc:sldMk cId="3107840811" sldId="258"/>
            <ac:grpSpMk id="424" creationId="{9291E98A-81BF-3E23-A71E-479CBC6D8514}"/>
          </ac:grpSpMkLst>
        </pc:grpChg>
        <pc:grpChg chg="mod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444" creationId="{0986394D-004A-B7C2-CA0E-C34B63DB0C2C}"/>
          </ac:grpSpMkLst>
        </pc:grpChg>
        <pc:grpChg chg="mod">
          <ac:chgData name="Zamora, Angel A." userId="1a783c5a-ad1c-4049-9746-a43d7e14dec0" providerId="ADAL" clId="{DFCB1919-E833-4735-9ACD-FC01E8A66BB8}" dt="2026-04-04T17:49:06.157" v="1573" actId="164"/>
          <ac:grpSpMkLst>
            <pc:docMk/>
            <pc:sldMk cId="3107840811" sldId="258"/>
            <ac:grpSpMk id="445" creationId="{041036DB-ABD7-0779-F162-A542A43D23DF}"/>
          </ac:grpSpMkLst>
        </pc:grpChg>
        <pc:grpChg chg="mod">
          <ac:chgData name="Zamora, Angel A." userId="1a783c5a-ad1c-4049-9746-a43d7e14dec0" providerId="ADAL" clId="{DFCB1919-E833-4735-9ACD-FC01E8A66BB8}" dt="2026-04-04T17:49:14.911" v="1577" actId="164"/>
          <ac:grpSpMkLst>
            <pc:docMk/>
            <pc:sldMk cId="3107840811" sldId="258"/>
            <ac:grpSpMk id="512" creationId="{8DA78115-BC73-A3AE-175F-6CA9DB924041}"/>
          </ac:grpSpMkLst>
        </pc:grpChg>
        <pc:grpChg chg="mod">
          <ac:chgData name="Zamora, Angel A." userId="1a783c5a-ad1c-4049-9746-a43d7e14dec0" providerId="ADAL" clId="{DFCB1919-E833-4735-9ACD-FC01E8A66BB8}" dt="2026-04-04T17:51:03.250" v="1604" actId="1076"/>
          <ac:grpSpMkLst>
            <pc:docMk/>
            <pc:sldMk cId="3107840811" sldId="258"/>
            <ac:grpSpMk id="530" creationId="{0695620A-58E2-F9AA-05F9-A9D2FD7675B2}"/>
          </ac:grpSpMkLst>
        </pc:grpChg>
        <pc:grpChg chg="add del">
          <ac:chgData name="Zamora, Angel A." userId="1a783c5a-ad1c-4049-9746-a43d7e14dec0" providerId="ADAL" clId="{DFCB1919-E833-4735-9ACD-FC01E8A66BB8}" dt="2026-03-31T19:57:08.403" v="1108" actId="478"/>
          <ac:grpSpMkLst>
            <pc:docMk/>
            <pc:sldMk cId="3107840811" sldId="258"/>
            <ac:grpSpMk id="614" creationId="{279E43AC-30A9-866E-EA5D-8C71C065A59C}"/>
          </ac:grpSpMkLst>
        </pc:grpChg>
        <pc:grpChg chg="add del mod">
          <ac:chgData name="Zamora, Angel A." userId="1a783c5a-ad1c-4049-9746-a43d7e14dec0" providerId="ADAL" clId="{DFCB1919-E833-4735-9ACD-FC01E8A66BB8}" dt="2026-04-04T17:41:15.883" v="1424" actId="1076"/>
          <ac:grpSpMkLst>
            <pc:docMk/>
            <pc:sldMk cId="3107840811" sldId="258"/>
            <ac:grpSpMk id="648" creationId="{C78DDCFA-5AF9-F634-6955-A25EA6B26ECB}"/>
          </ac:grpSpMkLst>
        </pc:grpChg>
        <pc:grpChg chg="mod">
          <ac:chgData name="Zamora, Angel A." userId="1a783c5a-ad1c-4049-9746-a43d7e14dec0" providerId="ADAL" clId="{DFCB1919-E833-4735-9ACD-FC01E8A66BB8}" dt="2026-03-31T19:59:41.250" v="1147" actId="1035"/>
          <ac:grpSpMkLst>
            <pc:docMk/>
            <pc:sldMk cId="3107840811" sldId="258"/>
            <ac:grpSpMk id="663" creationId="{227FACA8-52C1-3FD4-8CF3-72D8D84B1764}"/>
          </ac:grpSpMkLst>
        </pc:grpChg>
        <pc:grpChg chg="add mod">
          <ac:chgData name="Zamora, Angel A." userId="1a783c5a-ad1c-4049-9746-a43d7e14dec0" providerId="ADAL" clId="{DFCB1919-E833-4735-9ACD-FC01E8A66BB8}" dt="2026-04-04T17:53:20.768" v="1651" actId="1076"/>
          <ac:grpSpMkLst>
            <pc:docMk/>
            <pc:sldMk cId="3107840811" sldId="258"/>
            <ac:grpSpMk id="664" creationId="{E339E916-0CD8-CB16-44EB-3D86368117F7}"/>
          </ac:grpSpMkLst>
        </pc:grpChg>
        <pc:grpChg chg="add mod">
          <ac:chgData name="Zamora, Angel A." userId="1a783c5a-ad1c-4049-9746-a43d7e14dec0" providerId="ADAL" clId="{DFCB1919-E833-4735-9ACD-FC01E8A66BB8}" dt="2026-04-04T17:56:07.449" v="1682" actId="1076"/>
          <ac:grpSpMkLst>
            <pc:docMk/>
            <pc:sldMk cId="3107840811" sldId="258"/>
            <ac:grpSpMk id="683" creationId="{A6CDB306-0494-6BB7-FD92-7ED23134D9D9}"/>
          </ac:grpSpMkLst>
        </pc:grpChg>
        <pc:grpChg chg="mod">
          <ac:chgData name="Zamora, Angel A." userId="1a783c5a-ad1c-4049-9746-a43d7e14dec0" providerId="ADAL" clId="{DFCB1919-E833-4735-9ACD-FC01E8A66BB8}" dt="2026-03-31T19:59:41.250" v="1147" actId="1035"/>
          <ac:grpSpMkLst>
            <pc:docMk/>
            <pc:sldMk cId="3107840811" sldId="258"/>
            <ac:grpSpMk id="696" creationId="{FB26DEBC-DE94-66DB-3344-3F4BB2E0A0BA}"/>
          </ac:grpSpMkLst>
        </pc:grpChg>
        <pc:grpChg chg="mod">
          <ac:chgData name="Zamora, Angel A." userId="1a783c5a-ad1c-4049-9746-a43d7e14dec0" providerId="ADAL" clId="{DFCB1919-E833-4735-9ACD-FC01E8A66BB8}" dt="2026-03-31T19:59:41.250" v="1147" actId="1035"/>
          <ac:grpSpMkLst>
            <pc:docMk/>
            <pc:sldMk cId="3107840811" sldId="258"/>
            <ac:grpSpMk id="706" creationId="{A4CA4C13-C641-A39F-FB9E-0FEF463B2F02}"/>
          </ac:grpSpMkLst>
        </pc:grpChg>
        <pc:grpChg chg="mod">
          <ac:chgData name="Zamora, Angel A." userId="1a783c5a-ad1c-4049-9746-a43d7e14dec0" providerId="ADAL" clId="{DFCB1919-E833-4735-9ACD-FC01E8A66BB8}" dt="2026-04-04T17:55:57.158" v="1679"/>
          <ac:grpSpMkLst>
            <pc:docMk/>
            <pc:sldMk cId="3107840811" sldId="258"/>
            <ac:grpSpMk id="718" creationId="{916357BB-F56A-FFF2-BA92-76193483878E}"/>
          </ac:grpSpMkLst>
        </pc:grpChg>
        <pc:grpChg chg="mod">
          <ac:chgData name="Zamora, Angel A." userId="1a783c5a-ad1c-4049-9746-a43d7e14dec0" providerId="ADAL" clId="{DFCB1919-E833-4735-9ACD-FC01E8A66BB8}" dt="2026-04-04T17:55:57.158" v="1679"/>
          <ac:grpSpMkLst>
            <pc:docMk/>
            <pc:sldMk cId="3107840811" sldId="258"/>
            <ac:grpSpMk id="719" creationId="{B782B22F-5DBB-F0D5-3FC0-AFB91637468C}"/>
          </ac:grpSpMkLst>
        </pc:grpChg>
        <pc:grpChg chg="mod">
          <ac:chgData name="Zamora, Angel A." userId="1a783c5a-ad1c-4049-9746-a43d7e14dec0" providerId="ADAL" clId="{DFCB1919-E833-4735-9ACD-FC01E8A66BB8}" dt="2026-04-04T17:55:57.158" v="1679"/>
          <ac:grpSpMkLst>
            <pc:docMk/>
            <pc:sldMk cId="3107840811" sldId="258"/>
            <ac:grpSpMk id="720" creationId="{2D3A13B8-DC6C-B867-37E2-325D88947476}"/>
          </ac:grpSpMkLst>
        </pc:grpChg>
        <pc:grpChg chg="mod">
          <ac:chgData name="Zamora, Angel A." userId="1a783c5a-ad1c-4049-9746-a43d7e14dec0" providerId="ADAL" clId="{DFCB1919-E833-4735-9ACD-FC01E8A66BB8}" dt="2026-04-04T17:55:57.158" v="1679"/>
          <ac:grpSpMkLst>
            <pc:docMk/>
            <pc:sldMk cId="3107840811" sldId="258"/>
            <ac:grpSpMk id="721" creationId="{7E1DAD48-18E9-A2AD-D44E-4541DFD23220}"/>
          </ac:grpSpMkLst>
        </pc:grpChg>
        <pc:grpChg chg="mod">
          <ac:chgData name="Zamora, Angel A." userId="1a783c5a-ad1c-4049-9746-a43d7e14dec0" providerId="ADAL" clId="{DFCB1919-E833-4735-9ACD-FC01E8A66BB8}" dt="2026-03-31T19:59:49.563" v="1157" actId="1036"/>
          <ac:grpSpMkLst>
            <pc:docMk/>
            <pc:sldMk cId="3107840811" sldId="258"/>
            <ac:grpSpMk id="1264" creationId="{80DCAC85-A259-8C18-AB63-A67E7930C0E4}"/>
          </ac:grpSpMkLst>
        </pc:grpChg>
        <pc:grpChg chg="mod">
          <ac:chgData name="Zamora, Angel A." userId="1a783c5a-ad1c-4049-9746-a43d7e14dec0" providerId="ADAL" clId="{DFCB1919-E833-4735-9ACD-FC01E8A66BB8}" dt="2026-03-31T19:59:49.563" v="1157" actId="1036"/>
          <ac:grpSpMkLst>
            <pc:docMk/>
            <pc:sldMk cId="3107840811" sldId="258"/>
            <ac:grpSpMk id="1265" creationId="{245AAF0A-1963-14F0-1F7C-F2E1B03D7E17}"/>
          </ac:grpSpMkLst>
        </pc:grpChg>
        <pc:grpChg chg="mod">
          <ac:chgData name="Zamora, Angel A." userId="1a783c5a-ad1c-4049-9746-a43d7e14dec0" providerId="ADAL" clId="{DFCB1919-E833-4735-9ACD-FC01E8A66BB8}" dt="2026-03-31T19:59:49.563" v="1157" actId="1036"/>
          <ac:grpSpMkLst>
            <pc:docMk/>
            <pc:sldMk cId="3107840811" sldId="258"/>
            <ac:grpSpMk id="1376" creationId="{DE4EAC40-F6C7-E6B9-A2E3-26A77A8383B6}"/>
          </ac:grpSpMkLst>
        </pc:grpChg>
        <pc:cxnChg chg="mod">
          <ac:chgData name="Zamora, Angel A." userId="1a783c5a-ad1c-4049-9746-a43d7e14dec0" providerId="ADAL" clId="{DFCB1919-E833-4735-9ACD-FC01E8A66BB8}" dt="2026-04-04T17:31:55.092" v="1320"/>
          <ac:cxnSpMkLst>
            <pc:docMk/>
            <pc:sldMk cId="3107840811" sldId="258"/>
            <ac:cxnSpMk id="36" creationId="{FB5C2367-A55D-50BC-F75D-2CBF5FBCA13C}"/>
          </ac:cxnSpMkLst>
        </pc:cxnChg>
        <pc:cxnChg chg="mod">
          <ac:chgData name="Zamora, Angel A." userId="1a783c5a-ad1c-4049-9746-a43d7e14dec0" providerId="ADAL" clId="{DFCB1919-E833-4735-9ACD-FC01E8A66BB8}" dt="2026-04-04T17:31:55.092" v="1320"/>
          <ac:cxnSpMkLst>
            <pc:docMk/>
            <pc:sldMk cId="3107840811" sldId="258"/>
            <ac:cxnSpMk id="79" creationId="{4D27E139-6A99-6128-8019-369FA92C43C6}"/>
          </ac:cxnSpMkLst>
        </pc:cxnChg>
        <pc:cxnChg chg="add mod">
          <ac:chgData name="Zamora, Angel A." userId="1a783c5a-ad1c-4049-9746-a43d7e14dec0" providerId="ADAL" clId="{DFCB1919-E833-4735-9ACD-FC01E8A66BB8}" dt="2026-04-04T17:32:02.027" v="1323" actId="1076"/>
          <ac:cxnSpMkLst>
            <pc:docMk/>
            <pc:sldMk cId="3107840811" sldId="258"/>
            <ac:cxnSpMk id="80" creationId="{587C3626-2FA9-251D-CC13-697B4927CB0F}"/>
          </ac:cxnSpMkLst>
        </pc:cxnChg>
        <pc:cxnChg chg="add mod">
          <ac:chgData name="Zamora, Angel A." userId="1a783c5a-ad1c-4049-9746-a43d7e14dec0" providerId="ADAL" clId="{DFCB1919-E833-4735-9ACD-FC01E8A66BB8}" dt="2026-04-04T17:53:35.101" v="1656" actId="14100"/>
          <ac:cxnSpMkLst>
            <pc:docMk/>
            <pc:sldMk cId="3107840811" sldId="258"/>
            <ac:cxnSpMk id="136" creationId="{87C31482-4AE9-7F8D-604E-C11E8B2CE887}"/>
          </ac:cxnSpMkLst>
        </pc:cxnChg>
        <pc:cxnChg chg="add mod">
          <ac:chgData name="Zamora, Angel A." userId="1a783c5a-ad1c-4049-9746-a43d7e14dec0" providerId="ADAL" clId="{DFCB1919-E833-4735-9ACD-FC01E8A66BB8}" dt="2026-04-04T17:53:39.683" v="1658" actId="14100"/>
          <ac:cxnSpMkLst>
            <pc:docMk/>
            <pc:sldMk cId="3107840811" sldId="258"/>
            <ac:cxnSpMk id="137" creationId="{12EB8A48-CEC5-AEA1-1BBE-C67CD57F7729}"/>
          </ac:cxnSpMkLst>
        </pc:cxnChg>
        <pc:cxnChg chg="mod">
          <ac:chgData name="Zamora, Angel A." userId="1a783c5a-ad1c-4049-9746-a43d7e14dec0" providerId="ADAL" clId="{DFCB1919-E833-4735-9ACD-FC01E8A66BB8}" dt="2026-04-04T17:40:42.241" v="1414"/>
          <ac:cxnSpMkLst>
            <pc:docMk/>
            <pc:sldMk cId="3107840811" sldId="258"/>
            <ac:cxnSpMk id="264" creationId="{9B533865-2F56-79DB-E9CA-376AF2F6B13B}"/>
          </ac:cxnSpMkLst>
        </pc:cxnChg>
        <pc:cxnChg chg="mod">
          <ac:chgData name="Zamora, Angel A." userId="1a783c5a-ad1c-4049-9746-a43d7e14dec0" providerId="ADAL" clId="{DFCB1919-E833-4735-9ACD-FC01E8A66BB8}" dt="2026-04-04T17:40:42.241" v="1414"/>
          <ac:cxnSpMkLst>
            <pc:docMk/>
            <pc:sldMk cId="3107840811" sldId="258"/>
            <ac:cxnSpMk id="267" creationId="{ADA98246-4780-0857-AAC6-15B2D71150B2}"/>
          </ac:cxnSpMkLst>
        </pc:cxnChg>
        <pc:cxnChg chg="mod">
          <ac:chgData name="Zamora, Angel A." userId="1a783c5a-ad1c-4049-9746-a43d7e14dec0" providerId="ADAL" clId="{DFCB1919-E833-4735-9ACD-FC01E8A66BB8}" dt="2026-04-04T17:40:57.702" v="1417"/>
          <ac:cxnSpMkLst>
            <pc:docMk/>
            <pc:sldMk cId="3107840811" sldId="258"/>
            <ac:cxnSpMk id="271" creationId="{9D52AE67-AE42-B089-0715-CC034A1A4846}"/>
          </ac:cxnSpMkLst>
        </pc:cxnChg>
        <pc:cxnChg chg="mod">
          <ac:chgData name="Zamora, Angel A." userId="1a783c5a-ad1c-4049-9746-a43d7e14dec0" providerId="ADAL" clId="{DFCB1919-E833-4735-9ACD-FC01E8A66BB8}" dt="2026-04-04T17:40:57.702" v="1417"/>
          <ac:cxnSpMkLst>
            <pc:docMk/>
            <pc:sldMk cId="3107840811" sldId="258"/>
            <ac:cxnSpMk id="276" creationId="{0787878F-9A87-0C2F-3B9E-E35EA61AF22E}"/>
          </ac:cxnSpMkLst>
        </pc:cxnChg>
        <pc:cxnChg chg="mod">
          <ac:chgData name="Zamora, Angel A." userId="1a783c5a-ad1c-4049-9746-a43d7e14dec0" providerId="ADAL" clId="{DFCB1919-E833-4735-9ACD-FC01E8A66BB8}" dt="2026-04-04T17:41:05.743" v="1419"/>
          <ac:cxnSpMkLst>
            <pc:docMk/>
            <pc:sldMk cId="3107840811" sldId="258"/>
            <ac:cxnSpMk id="281" creationId="{DCCA0D7C-E895-C94E-B6DE-0B0A49E3E4A6}"/>
          </ac:cxnSpMkLst>
        </pc:cxnChg>
        <pc:cxnChg chg="mod">
          <ac:chgData name="Zamora, Angel A." userId="1a783c5a-ad1c-4049-9746-a43d7e14dec0" providerId="ADAL" clId="{DFCB1919-E833-4735-9ACD-FC01E8A66BB8}" dt="2026-04-04T17:41:05.743" v="1419"/>
          <ac:cxnSpMkLst>
            <pc:docMk/>
            <pc:sldMk cId="3107840811" sldId="258"/>
            <ac:cxnSpMk id="284" creationId="{12DF3C13-5D32-D455-DF8F-09529589AE90}"/>
          </ac:cxnSpMkLst>
        </pc:cxnChg>
        <pc:cxnChg chg="add mod">
          <ac:chgData name="Zamora, Angel A." userId="1a783c5a-ad1c-4049-9746-a43d7e14dec0" providerId="ADAL" clId="{DFCB1919-E833-4735-9ACD-FC01E8A66BB8}" dt="2026-04-04T17:51:20.374" v="1608" actId="14100"/>
          <ac:cxnSpMkLst>
            <pc:docMk/>
            <pc:sldMk cId="3107840811" sldId="258"/>
            <ac:cxnSpMk id="315" creationId="{30E4AAA1-D634-1555-F349-BFBE7EA57BD8}"/>
          </ac:cxnSpMkLst>
        </pc:cxnChg>
        <pc:cxnChg chg="add mod">
          <ac:chgData name="Zamora, Angel A." userId="1a783c5a-ad1c-4049-9746-a43d7e14dec0" providerId="ADAL" clId="{DFCB1919-E833-4735-9ACD-FC01E8A66BB8}" dt="2026-04-04T17:57:28.945" v="1713" actId="14100"/>
          <ac:cxnSpMkLst>
            <pc:docMk/>
            <pc:sldMk cId="3107840811" sldId="258"/>
            <ac:cxnSpMk id="325" creationId="{C58DB011-DFD5-C241-2064-363C96164CE3}"/>
          </ac:cxnSpMkLst>
        </pc:cxnChg>
        <pc:cxnChg chg="add mod">
          <ac:chgData name="Zamora, Angel A." userId="1a783c5a-ad1c-4049-9746-a43d7e14dec0" providerId="ADAL" clId="{DFCB1919-E833-4735-9ACD-FC01E8A66BB8}" dt="2026-04-04T17:56:43.356" v="1698" actId="14100"/>
          <ac:cxnSpMkLst>
            <pc:docMk/>
            <pc:sldMk cId="3107840811" sldId="258"/>
            <ac:cxnSpMk id="345" creationId="{5C6905EB-74EB-A8AA-269E-75DE5A774DE7}"/>
          </ac:cxnSpMkLst>
        </pc:cxnChg>
        <pc:cxnChg chg="add mod">
          <ac:chgData name="Zamora, Angel A." userId="1a783c5a-ad1c-4049-9746-a43d7e14dec0" providerId="ADAL" clId="{DFCB1919-E833-4735-9ACD-FC01E8A66BB8}" dt="2026-04-04T17:58:49.638" v="1738" actId="14100"/>
          <ac:cxnSpMkLst>
            <pc:docMk/>
            <pc:sldMk cId="3107840811" sldId="258"/>
            <ac:cxnSpMk id="349" creationId="{5B4C2A10-020C-B3A6-A04F-BEBE671F63C4}"/>
          </ac:cxnSpMkLst>
        </pc:cxnChg>
        <pc:cxnChg chg="mod">
          <ac:chgData name="Zamora, Angel A." userId="1a783c5a-ad1c-4049-9746-a43d7e14dec0" providerId="ADAL" clId="{DFCB1919-E833-4735-9ACD-FC01E8A66BB8}" dt="2026-04-04T17:47:27.833" v="1534" actId="1076"/>
          <ac:cxnSpMkLst>
            <pc:docMk/>
            <pc:sldMk cId="3107840811" sldId="258"/>
            <ac:cxnSpMk id="443" creationId="{4C6FEB08-5F86-20D5-D26C-733DA5DACA8C}"/>
          </ac:cxnSpMkLst>
        </pc:cxnChg>
        <pc:cxnChg chg="add mod">
          <ac:chgData name="Zamora, Angel A." userId="1a783c5a-ad1c-4049-9746-a43d7e14dec0" providerId="ADAL" clId="{DFCB1919-E833-4735-9ACD-FC01E8A66BB8}" dt="2026-04-04T17:52:27.843" v="1632" actId="14100"/>
          <ac:cxnSpMkLst>
            <pc:docMk/>
            <pc:sldMk cId="3107840811" sldId="258"/>
            <ac:cxnSpMk id="591" creationId="{A6C43242-1B95-9089-06AA-F94557B4BAFE}"/>
          </ac:cxnSpMkLst>
        </pc:cxnChg>
        <pc:cxnChg chg="add mod">
          <ac:chgData name="Zamora, Angel A." userId="1a783c5a-ad1c-4049-9746-a43d7e14dec0" providerId="ADAL" clId="{DFCB1919-E833-4735-9ACD-FC01E8A66BB8}" dt="2026-04-04T17:52:30.385" v="1633" actId="14100"/>
          <ac:cxnSpMkLst>
            <pc:docMk/>
            <pc:sldMk cId="3107840811" sldId="258"/>
            <ac:cxnSpMk id="616" creationId="{605AF512-4100-7259-B053-172410111F17}"/>
          </ac:cxnSpMkLst>
        </pc:cxnChg>
        <pc:cxnChg chg="add mod">
          <ac:chgData name="Zamora, Angel A." userId="1a783c5a-ad1c-4049-9746-a43d7e14dec0" providerId="ADAL" clId="{DFCB1919-E833-4735-9ACD-FC01E8A66BB8}" dt="2026-04-04T17:52:38.156" v="1636" actId="14100"/>
          <ac:cxnSpMkLst>
            <pc:docMk/>
            <pc:sldMk cId="3107840811" sldId="258"/>
            <ac:cxnSpMk id="630" creationId="{7B8891B5-A65E-2EC4-3F4A-EBEC4BF1332B}"/>
          </ac:cxnSpMkLst>
        </pc:cxnChg>
        <pc:cxnChg chg="add mod">
          <ac:chgData name="Zamora, Angel A." userId="1a783c5a-ad1c-4049-9746-a43d7e14dec0" providerId="ADAL" clId="{DFCB1919-E833-4735-9ACD-FC01E8A66BB8}" dt="2026-04-04T17:52:47.734" v="1640" actId="14100"/>
          <ac:cxnSpMkLst>
            <pc:docMk/>
            <pc:sldMk cId="3107840811" sldId="258"/>
            <ac:cxnSpMk id="641" creationId="{29A5154C-CA01-4157-CA8D-1FC1DF3C6A3A}"/>
          </ac:cxnSpMkLst>
        </pc:cxnChg>
        <pc:cxnChg chg="add mod">
          <ac:chgData name="Zamora, Angel A." userId="1a783c5a-ad1c-4049-9746-a43d7e14dec0" providerId="ADAL" clId="{DFCB1919-E833-4735-9ACD-FC01E8A66BB8}" dt="2026-04-04T17:52:56.645" v="1644" actId="14100"/>
          <ac:cxnSpMkLst>
            <pc:docMk/>
            <pc:sldMk cId="3107840811" sldId="258"/>
            <ac:cxnSpMk id="652" creationId="{8CA7E4B9-BB48-D40B-6BEF-A4388D3D1A69}"/>
          </ac:cxnSpMkLst>
        </pc:cxnChg>
        <pc:cxnChg chg="add mod">
          <ac:chgData name="Zamora, Angel A." userId="1a783c5a-ad1c-4049-9746-a43d7e14dec0" providerId="ADAL" clId="{DFCB1919-E833-4735-9ACD-FC01E8A66BB8}" dt="2026-04-04T17:57:32.494" v="1716" actId="14100"/>
          <ac:cxnSpMkLst>
            <pc:docMk/>
            <pc:sldMk cId="3107840811" sldId="258"/>
            <ac:cxnSpMk id="749" creationId="{2BDEDAE5-4F06-C32A-47D3-94BB3BA4F227}"/>
          </ac:cxnSpMkLst>
        </pc:cxnChg>
        <pc:cxnChg chg="add mod">
          <ac:chgData name="Zamora, Angel A." userId="1a783c5a-ad1c-4049-9746-a43d7e14dec0" providerId="ADAL" clId="{DFCB1919-E833-4735-9ACD-FC01E8A66BB8}" dt="2026-04-04T17:58:40.436" v="1736" actId="208"/>
          <ac:cxnSpMkLst>
            <pc:docMk/>
            <pc:sldMk cId="3107840811" sldId="258"/>
            <ac:cxnSpMk id="757" creationId="{D4CC0EDF-7CD3-4DC3-E6ED-600ABED97728}"/>
          </ac:cxnSpMkLst>
        </pc:cxnChg>
        <pc:cxnChg chg="add mod">
          <ac:chgData name="Zamora, Angel A." userId="1a783c5a-ad1c-4049-9746-a43d7e14dec0" providerId="ADAL" clId="{DFCB1919-E833-4735-9ACD-FC01E8A66BB8}" dt="2026-04-04T17:59:03.971" v="1742" actId="14100"/>
          <ac:cxnSpMkLst>
            <pc:docMk/>
            <pc:sldMk cId="3107840811" sldId="258"/>
            <ac:cxnSpMk id="764" creationId="{4B7F1C8F-0551-4364-75BD-CFEDC09C2324}"/>
          </ac:cxnSpMkLst>
        </pc:cxnChg>
        <pc:cxnChg chg="add mod">
          <ac:chgData name="Zamora, Angel A." userId="1a783c5a-ad1c-4049-9746-a43d7e14dec0" providerId="ADAL" clId="{DFCB1919-E833-4735-9ACD-FC01E8A66BB8}" dt="2026-04-04T17:59:19.774" v="1748" actId="14100"/>
          <ac:cxnSpMkLst>
            <pc:docMk/>
            <pc:sldMk cId="3107840811" sldId="258"/>
            <ac:cxnSpMk id="768" creationId="{FF8F0E4E-FDE3-D6B4-2B75-37919D2302A0}"/>
          </ac:cxnSpMkLst>
        </pc:cxnChg>
        <pc:cxnChg chg="add mod">
          <ac:chgData name="Zamora, Angel A." userId="1a783c5a-ad1c-4049-9746-a43d7e14dec0" providerId="ADAL" clId="{DFCB1919-E833-4735-9ACD-FC01E8A66BB8}" dt="2026-04-04T17:59:29.367" v="1753" actId="14100"/>
          <ac:cxnSpMkLst>
            <pc:docMk/>
            <pc:sldMk cId="3107840811" sldId="258"/>
            <ac:cxnSpMk id="776" creationId="{F5EA6579-4DE1-B723-65CD-C6A53DD5EE74}"/>
          </ac:cxnSpMkLst>
        </pc:cxnChg>
        <pc:cxnChg chg="add mod">
          <ac:chgData name="Zamora, Angel A." userId="1a783c5a-ad1c-4049-9746-a43d7e14dec0" providerId="ADAL" clId="{DFCB1919-E833-4735-9ACD-FC01E8A66BB8}" dt="2026-04-04T17:59:43.521" v="1759" actId="14100"/>
          <ac:cxnSpMkLst>
            <pc:docMk/>
            <pc:sldMk cId="3107840811" sldId="258"/>
            <ac:cxnSpMk id="781" creationId="{CB1D5B29-1AC2-FE8D-B35C-62A465711A7B}"/>
          </ac:cxnSpMkLst>
        </pc:cxnChg>
        <pc:cxnChg chg="add mod">
          <ac:chgData name="Zamora, Angel A." userId="1a783c5a-ad1c-4049-9746-a43d7e14dec0" providerId="ADAL" clId="{DFCB1919-E833-4735-9ACD-FC01E8A66BB8}" dt="2026-04-04T17:59:58.410" v="1765" actId="14100"/>
          <ac:cxnSpMkLst>
            <pc:docMk/>
            <pc:sldMk cId="3107840811" sldId="258"/>
            <ac:cxnSpMk id="790" creationId="{2E206E38-AC4D-0F3B-4851-1189E229B419}"/>
          </ac:cxnSpMkLst>
        </pc:cxnChg>
        <pc:cxnChg chg="add mod">
          <ac:chgData name="Zamora, Angel A." userId="1a783c5a-ad1c-4049-9746-a43d7e14dec0" providerId="ADAL" clId="{DFCB1919-E833-4735-9ACD-FC01E8A66BB8}" dt="2026-04-04T18:00:10.313" v="1771" actId="14100"/>
          <ac:cxnSpMkLst>
            <pc:docMk/>
            <pc:sldMk cId="3107840811" sldId="258"/>
            <ac:cxnSpMk id="802" creationId="{88A6DDA2-F88B-BD80-4B4E-00DDAE6DA9AF}"/>
          </ac:cxnSpMkLst>
        </pc:cxnChg>
        <pc:cxnChg chg="add mod">
          <ac:chgData name="Zamora, Angel A." userId="1a783c5a-ad1c-4049-9746-a43d7e14dec0" providerId="ADAL" clId="{DFCB1919-E833-4735-9ACD-FC01E8A66BB8}" dt="2026-04-04T18:00:24.699" v="1777" actId="14100"/>
          <ac:cxnSpMkLst>
            <pc:docMk/>
            <pc:sldMk cId="3107840811" sldId="258"/>
            <ac:cxnSpMk id="811" creationId="{0E5F475B-F9D3-8084-AA1F-A7B1ED164A6E}"/>
          </ac:cxnSpMkLst>
        </pc:cxnChg>
        <pc:cxnChg chg="add mod">
          <ac:chgData name="Zamora, Angel A." userId="1a783c5a-ad1c-4049-9746-a43d7e14dec0" providerId="ADAL" clId="{DFCB1919-E833-4735-9ACD-FC01E8A66BB8}" dt="2026-04-04T18:00:40.039" v="1783" actId="14100"/>
          <ac:cxnSpMkLst>
            <pc:docMk/>
            <pc:sldMk cId="3107840811" sldId="258"/>
            <ac:cxnSpMk id="817" creationId="{CF374F54-327B-9899-2E45-9F653A1268BF}"/>
          </ac:cxnSpMkLst>
        </pc:cxnChg>
        <pc:cxnChg chg="add mod">
          <ac:chgData name="Zamora, Angel A." userId="1a783c5a-ad1c-4049-9746-a43d7e14dec0" providerId="ADAL" clId="{DFCB1919-E833-4735-9ACD-FC01E8A66BB8}" dt="2026-04-04T18:01:26.401" v="1797" actId="208"/>
          <ac:cxnSpMkLst>
            <pc:docMk/>
            <pc:sldMk cId="3107840811" sldId="258"/>
            <ac:cxnSpMk id="834" creationId="{E7FC5BDA-61F9-0FB4-6F1E-92DC6698876F}"/>
          </ac:cxnSpMkLst>
        </pc:cxnChg>
        <pc:cxnChg chg="add mod">
          <ac:chgData name="Zamora, Angel A." userId="1a783c5a-ad1c-4049-9746-a43d7e14dec0" providerId="ADAL" clId="{DFCB1919-E833-4735-9ACD-FC01E8A66BB8}" dt="2026-04-04T18:01:38.619" v="1800" actId="1076"/>
          <ac:cxnSpMkLst>
            <pc:docMk/>
            <pc:sldMk cId="3107840811" sldId="258"/>
            <ac:cxnSpMk id="835" creationId="{30113AD8-F368-477E-325A-636CC8658CD0}"/>
          </ac:cxnSpMkLst>
        </pc:cxnChg>
        <pc:cxnChg chg="add mod">
          <ac:chgData name="Zamora, Angel A." userId="1a783c5a-ad1c-4049-9746-a43d7e14dec0" providerId="ADAL" clId="{DFCB1919-E833-4735-9ACD-FC01E8A66BB8}" dt="2026-04-04T18:01:45.092" v="1803" actId="14100"/>
          <ac:cxnSpMkLst>
            <pc:docMk/>
            <pc:sldMk cId="3107840811" sldId="258"/>
            <ac:cxnSpMk id="836" creationId="{36AA7AC5-F558-D08A-50E3-B6CC404ED396}"/>
          </ac:cxnSpMkLst>
        </pc:cxnChg>
        <pc:cxnChg chg="add mod">
          <ac:chgData name="Zamora, Angel A." userId="1a783c5a-ad1c-4049-9746-a43d7e14dec0" providerId="ADAL" clId="{DFCB1919-E833-4735-9ACD-FC01E8A66BB8}" dt="2026-04-04T18:02:03.873" v="1817" actId="14100"/>
          <ac:cxnSpMkLst>
            <pc:docMk/>
            <pc:sldMk cId="3107840811" sldId="258"/>
            <ac:cxnSpMk id="855" creationId="{4149FCBE-F065-D005-74D5-C59AD666DC07}"/>
          </ac:cxnSpMkLst>
        </pc:cxnChg>
        <pc:cxnChg chg="add mod">
          <ac:chgData name="Zamora, Angel A." userId="1a783c5a-ad1c-4049-9746-a43d7e14dec0" providerId="ADAL" clId="{DFCB1919-E833-4735-9ACD-FC01E8A66BB8}" dt="2026-04-04T18:02:25.452" v="1823" actId="14100"/>
          <ac:cxnSpMkLst>
            <pc:docMk/>
            <pc:sldMk cId="3107840811" sldId="258"/>
            <ac:cxnSpMk id="864" creationId="{07865CAE-355A-5CD9-E360-74393A68841D}"/>
          </ac:cxnSpMkLst>
        </pc:cxnChg>
        <pc:cxnChg chg="add mod">
          <ac:chgData name="Zamora, Angel A." userId="1a783c5a-ad1c-4049-9746-a43d7e14dec0" providerId="ADAL" clId="{DFCB1919-E833-4735-9ACD-FC01E8A66BB8}" dt="2026-04-04T18:02:36.267" v="1828" actId="14100"/>
          <ac:cxnSpMkLst>
            <pc:docMk/>
            <pc:sldMk cId="3107840811" sldId="258"/>
            <ac:cxnSpMk id="889" creationId="{0D101B43-CC12-45FF-BC59-7E83B59019C3}"/>
          </ac:cxnSpMkLst>
        </pc:cxnChg>
        <pc:cxnChg chg="mod">
          <ac:chgData name="Zamora, Angel A." userId="1a783c5a-ad1c-4049-9746-a43d7e14dec0" providerId="ADAL" clId="{DFCB1919-E833-4735-9ACD-FC01E8A66BB8}" dt="2026-03-31T19:59:49.563" v="1157" actId="1036"/>
          <ac:cxnSpMkLst>
            <pc:docMk/>
            <pc:sldMk cId="3107840811" sldId="258"/>
            <ac:cxnSpMk id="1176" creationId="{CE310E2C-4964-A774-5517-DCD67DF0999E}"/>
          </ac:cxnSpMkLst>
        </pc:cxnChg>
        <pc:cxnChg chg="mod">
          <ac:chgData name="Zamora, Angel A." userId="1a783c5a-ad1c-4049-9746-a43d7e14dec0" providerId="ADAL" clId="{DFCB1919-E833-4735-9ACD-FC01E8A66BB8}" dt="2026-03-31T19:59:49.563" v="1157" actId="1036"/>
          <ac:cxnSpMkLst>
            <pc:docMk/>
            <pc:sldMk cId="3107840811" sldId="258"/>
            <ac:cxnSpMk id="1195" creationId="{C9539D6B-A530-671A-29D4-622737BB554F}"/>
          </ac:cxnSpMkLst>
        </pc:cxnChg>
        <pc:cxnChg chg="mod">
          <ac:chgData name="Zamora, Angel A." userId="1a783c5a-ad1c-4049-9746-a43d7e14dec0" providerId="ADAL" clId="{DFCB1919-E833-4735-9ACD-FC01E8A66BB8}" dt="2026-03-31T19:59:49.563" v="1157" actId="1036"/>
          <ac:cxnSpMkLst>
            <pc:docMk/>
            <pc:sldMk cId="3107840811" sldId="258"/>
            <ac:cxnSpMk id="1211" creationId="{8C9F57A7-2B6C-8B0A-71FC-FCA1C6808C3D}"/>
          </ac:cxnSpMkLst>
        </pc:cxnChg>
        <pc:cxnChg chg="mod">
          <ac:chgData name="Zamora, Angel A." userId="1a783c5a-ad1c-4049-9746-a43d7e14dec0" providerId="ADAL" clId="{DFCB1919-E833-4735-9ACD-FC01E8A66BB8}" dt="2026-03-31T19:59:49.563" v="1157" actId="1036"/>
          <ac:cxnSpMkLst>
            <pc:docMk/>
            <pc:sldMk cId="3107840811" sldId="258"/>
            <ac:cxnSpMk id="1222" creationId="{767AA534-BBD1-0B41-AE75-1562884B3C84}"/>
          </ac:cxnSpMkLst>
        </pc:cxnChg>
        <pc:cxnChg chg="mod">
          <ac:chgData name="Zamora, Angel A." userId="1a783c5a-ad1c-4049-9746-a43d7e14dec0" providerId="ADAL" clId="{DFCB1919-E833-4735-9ACD-FC01E8A66BB8}" dt="2026-03-31T19:59:49.563" v="1157" actId="1036"/>
          <ac:cxnSpMkLst>
            <pc:docMk/>
            <pc:sldMk cId="3107840811" sldId="258"/>
            <ac:cxnSpMk id="1516" creationId="{F7592DC9-A520-DE6C-2235-8D6811A3239E}"/>
          </ac:cxnSpMkLst>
        </pc:cxnChg>
        <pc:cxnChg chg="mod">
          <ac:chgData name="Zamora, Angel A." userId="1a783c5a-ad1c-4049-9746-a43d7e14dec0" providerId="ADAL" clId="{DFCB1919-E833-4735-9ACD-FC01E8A66BB8}" dt="2026-04-04T17:54:14.764" v="1667" actId="14100"/>
          <ac:cxnSpMkLst>
            <pc:docMk/>
            <pc:sldMk cId="3107840811" sldId="258"/>
            <ac:cxnSpMk id="1632" creationId="{B5F5D0F1-5604-CD78-50AB-352BAB669A65}"/>
          </ac:cxnSpMkLst>
        </pc:cxnChg>
        <pc:cxnChg chg="mod">
          <ac:chgData name="Zamora, Angel A." userId="1a783c5a-ad1c-4049-9746-a43d7e14dec0" providerId="ADAL" clId="{DFCB1919-E833-4735-9ACD-FC01E8A66BB8}" dt="2026-04-04T17:54:12.394" v="1666" actId="14100"/>
          <ac:cxnSpMkLst>
            <pc:docMk/>
            <pc:sldMk cId="3107840811" sldId="258"/>
            <ac:cxnSpMk id="1636" creationId="{61BCFD3F-A926-C50A-117B-3609A32768DB}"/>
          </ac:cxnSpMkLst>
        </pc:cxnChg>
        <pc:cxnChg chg="mod">
          <ac:chgData name="Zamora, Angel A." userId="1a783c5a-ad1c-4049-9746-a43d7e14dec0" providerId="ADAL" clId="{DFCB1919-E833-4735-9ACD-FC01E8A66BB8}" dt="2026-04-04T17:53:53.455" v="1660" actId="14100"/>
          <ac:cxnSpMkLst>
            <pc:docMk/>
            <pc:sldMk cId="3107840811" sldId="258"/>
            <ac:cxnSpMk id="1641" creationId="{79F457B6-689A-0652-E1EA-447186A2BAB6}"/>
          </ac:cxnSpMkLst>
        </pc:cxnChg>
        <pc:cxnChg chg="mod">
          <ac:chgData name="Zamora, Angel A." userId="1a783c5a-ad1c-4049-9746-a43d7e14dec0" providerId="ADAL" clId="{DFCB1919-E833-4735-9ACD-FC01E8A66BB8}" dt="2026-04-04T17:54:05.494" v="1664" actId="14100"/>
          <ac:cxnSpMkLst>
            <pc:docMk/>
            <pc:sldMk cId="3107840811" sldId="258"/>
            <ac:cxnSpMk id="1646" creationId="{0B0E0309-CD14-233D-876E-BA2E1F1EFCA9}"/>
          </ac:cxnSpMkLst>
        </pc:cxnChg>
        <pc:cxnChg chg="mod">
          <ac:chgData name="Zamora, Angel A." userId="1a783c5a-ad1c-4049-9746-a43d7e14dec0" providerId="ADAL" clId="{DFCB1919-E833-4735-9ACD-FC01E8A66BB8}" dt="2026-04-04T17:41:15.883" v="1424" actId="1076"/>
          <ac:cxnSpMkLst>
            <pc:docMk/>
            <pc:sldMk cId="3107840811" sldId="258"/>
            <ac:cxnSpMk id="1680" creationId="{D14C53ED-782E-FCBF-63A5-42D006D7BE25}"/>
          </ac:cxnSpMkLst>
        </pc:cxnChg>
        <pc:cxnChg chg="mod">
          <ac:chgData name="Zamora, Angel A." userId="1a783c5a-ad1c-4049-9746-a43d7e14dec0" providerId="ADAL" clId="{DFCB1919-E833-4735-9ACD-FC01E8A66BB8}" dt="2026-04-04T17:41:15.883" v="1424" actId="1076"/>
          <ac:cxnSpMkLst>
            <pc:docMk/>
            <pc:sldMk cId="3107840811" sldId="258"/>
            <ac:cxnSpMk id="1683" creationId="{B366BE1F-5B79-1AB8-933D-8E3B60640C66}"/>
          </ac:cxnSpMkLst>
        </pc:cxnChg>
        <pc:cxnChg chg="mod">
          <ac:chgData name="Zamora, Angel A." userId="1a783c5a-ad1c-4049-9746-a43d7e14dec0" providerId="ADAL" clId="{DFCB1919-E833-4735-9ACD-FC01E8A66BB8}" dt="2026-04-04T17:41:15.883" v="1424" actId="1076"/>
          <ac:cxnSpMkLst>
            <pc:docMk/>
            <pc:sldMk cId="3107840811" sldId="258"/>
            <ac:cxnSpMk id="1727" creationId="{8A26D0FD-41FE-9751-3EB0-C8CC6D67BBF4}"/>
          </ac:cxnSpMkLst>
        </pc:cxnChg>
        <pc:cxnChg chg="mod">
          <ac:chgData name="Zamora, Angel A." userId="1a783c5a-ad1c-4049-9746-a43d7e14dec0" providerId="ADAL" clId="{DFCB1919-E833-4735-9ACD-FC01E8A66BB8}" dt="2026-03-31T19:59:41.250" v="1147" actId="1035"/>
          <ac:cxnSpMkLst>
            <pc:docMk/>
            <pc:sldMk cId="3107840811" sldId="258"/>
            <ac:cxnSpMk id="1730" creationId="{4B37A447-B3D7-FD1B-9931-C2FD8F09D960}"/>
          </ac:cxnSpMkLst>
        </pc:cxnChg>
        <pc:cxnChg chg="mod">
          <ac:chgData name="Zamora, Angel A." userId="1a783c5a-ad1c-4049-9746-a43d7e14dec0" providerId="ADAL" clId="{DFCB1919-E833-4735-9ACD-FC01E8A66BB8}" dt="2026-03-31T19:59:41.250" v="1147" actId="1035"/>
          <ac:cxnSpMkLst>
            <pc:docMk/>
            <pc:sldMk cId="3107840811" sldId="258"/>
            <ac:cxnSpMk id="1733" creationId="{03CBD23A-188C-F0EF-1C19-D73D819BDBE6}"/>
          </ac:cxnSpMkLst>
        </pc:cxnChg>
        <pc:cxnChg chg="mod">
          <ac:chgData name="Zamora, Angel A." userId="1a783c5a-ad1c-4049-9746-a43d7e14dec0" providerId="ADAL" clId="{DFCB1919-E833-4735-9ACD-FC01E8A66BB8}" dt="2026-04-04T17:54:00.055" v="1662" actId="14100"/>
          <ac:cxnSpMkLst>
            <pc:docMk/>
            <pc:sldMk cId="3107840811" sldId="258"/>
            <ac:cxnSpMk id="1745" creationId="{F375D9E9-16AC-347F-BCAB-D333C015FE4E}"/>
          </ac:cxnSpMkLst>
        </pc:cxnChg>
        <pc:cxnChg chg="mod">
          <ac:chgData name="Zamora, Angel A." userId="1a783c5a-ad1c-4049-9746-a43d7e14dec0" providerId="ADAL" clId="{DFCB1919-E833-4735-9ACD-FC01E8A66BB8}" dt="2026-04-04T17:54:01.856" v="1663" actId="14100"/>
          <ac:cxnSpMkLst>
            <pc:docMk/>
            <pc:sldMk cId="3107840811" sldId="258"/>
            <ac:cxnSpMk id="1749" creationId="{A0E29626-25DE-7267-03AF-BED3B9B02BF9}"/>
          </ac:cxnSpMkLst>
        </pc:cxnChg>
        <pc:cxnChg chg="mod">
          <ac:chgData name="Zamora, Angel A." userId="1a783c5a-ad1c-4049-9746-a43d7e14dec0" providerId="ADAL" clId="{DFCB1919-E833-4735-9ACD-FC01E8A66BB8}" dt="2026-03-31T19:59:49.563" v="1157" actId="1036"/>
          <ac:cxnSpMkLst>
            <pc:docMk/>
            <pc:sldMk cId="3107840811" sldId="258"/>
            <ac:cxnSpMk id="1768" creationId="{09AF8B04-F099-A991-E47A-D971EF53667F}"/>
          </ac:cxnSpMkLst>
        </pc:cxnChg>
      </pc:sldChg>
      <pc:sldChg chg="addSp modSp mod">
        <pc:chgData name="Zamora, Angel A." userId="1a783c5a-ad1c-4049-9746-a43d7e14dec0" providerId="ADAL" clId="{DFCB1919-E833-4735-9ACD-FC01E8A66BB8}" dt="2026-03-25T19:58:18.590" v="995" actId="1076"/>
        <pc:sldMkLst>
          <pc:docMk/>
          <pc:sldMk cId="4178931038" sldId="260"/>
        </pc:sldMkLst>
        <pc:picChg chg="add mod">
          <ac:chgData name="Zamora, Angel A." userId="1a783c5a-ad1c-4049-9746-a43d7e14dec0" providerId="ADAL" clId="{DFCB1919-E833-4735-9ACD-FC01E8A66BB8}" dt="2026-03-25T19:58:18.590" v="995" actId="1076"/>
          <ac:picMkLst>
            <pc:docMk/>
            <pc:sldMk cId="4178931038" sldId="260"/>
            <ac:picMk id="2" creationId="{4BBC3EA4-79BE-865D-B4C9-7359356F0782}"/>
          </ac:picMkLst>
        </pc:picChg>
        <pc:picChg chg="mod">
          <ac:chgData name="Zamora, Angel A." userId="1a783c5a-ad1c-4049-9746-a43d7e14dec0" providerId="ADAL" clId="{DFCB1919-E833-4735-9ACD-FC01E8A66BB8}" dt="2026-03-25T19:58:12.395" v="990" actId="1076"/>
          <ac:picMkLst>
            <pc:docMk/>
            <pc:sldMk cId="4178931038" sldId="260"/>
            <ac:picMk id="3" creationId="{1AF00F30-9AEF-55A4-514C-7345FEEDD2E9}"/>
          </ac:picMkLst>
        </pc:picChg>
      </pc:sldChg>
      <pc:sldChg chg="addSp delSp modSp new mod">
        <pc:chgData name="Zamora, Angel A." userId="1a783c5a-ad1c-4049-9746-a43d7e14dec0" providerId="ADAL" clId="{DFCB1919-E833-4735-9ACD-FC01E8A66BB8}" dt="2026-03-25T02:25:08.206" v="975" actId="478"/>
        <pc:sldMkLst>
          <pc:docMk/>
          <pc:sldMk cId="2568775531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7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2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3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6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4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0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5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38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4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C73F9-6424-4B67-8B87-D7941660252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A9C49-3F2A-49AD-B897-9930A36A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3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Group 613">
            <a:extLst>
              <a:ext uri="{FF2B5EF4-FFF2-40B4-BE49-F238E27FC236}">
                <a16:creationId xmlns:a16="http://schemas.microsoft.com/office/drawing/2014/main" id="{279E43AC-30A9-866E-EA5D-8C71C065A59C}"/>
              </a:ext>
            </a:extLst>
          </p:cNvPr>
          <p:cNvGrpSpPr/>
          <p:nvPr/>
        </p:nvGrpSpPr>
        <p:grpSpPr>
          <a:xfrm>
            <a:off x="2002648" y="1983084"/>
            <a:ext cx="1155621" cy="542941"/>
            <a:chOff x="4097025" y="3262362"/>
            <a:chExt cx="1155621" cy="542940"/>
          </a:xfrm>
        </p:grpSpPr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26697C8E-4B45-936A-854C-B1289B5F97C9}"/>
                </a:ext>
              </a:extLst>
            </p:cNvPr>
            <p:cNvSpPr/>
            <p:nvPr/>
          </p:nvSpPr>
          <p:spPr>
            <a:xfrm>
              <a:off x="4174591" y="3262362"/>
              <a:ext cx="1000488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CBA8DF17-3466-CC21-1106-648DBB614178}"/>
                </a:ext>
              </a:extLst>
            </p:cNvPr>
            <p:cNvSpPr txBox="1"/>
            <p:nvPr/>
          </p:nvSpPr>
          <p:spPr>
            <a:xfrm>
              <a:off x="4253752" y="3274366"/>
              <a:ext cx="90804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CAN Transceiver</a:t>
              </a:r>
              <a:endParaRPr lang="en-US" sz="600" b="1" dirty="0"/>
            </a:p>
          </p:txBody>
        </p:sp>
        <p:grpSp>
          <p:nvGrpSpPr>
            <p:cNvPr id="613" name="Group 612">
              <a:extLst>
                <a:ext uri="{FF2B5EF4-FFF2-40B4-BE49-F238E27FC236}">
                  <a16:creationId xmlns:a16="http://schemas.microsoft.com/office/drawing/2014/main" id="{83C8678D-B0E7-36C6-E3F8-4540C2C9F1EC}"/>
                </a:ext>
              </a:extLst>
            </p:cNvPr>
            <p:cNvGrpSpPr/>
            <p:nvPr/>
          </p:nvGrpSpPr>
          <p:grpSpPr>
            <a:xfrm>
              <a:off x="4097025" y="3587007"/>
              <a:ext cx="1155621" cy="218295"/>
              <a:chOff x="3566006" y="2718956"/>
              <a:chExt cx="1155621" cy="218295"/>
            </a:xfrm>
          </p:grpSpPr>
          <p:grpSp>
            <p:nvGrpSpPr>
              <p:cNvPr id="597" name="Group 596">
                <a:extLst>
                  <a:ext uri="{FF2B5EF4-FFF2-40B4-BE49-F238E27FC236}">
                    <a16:creationId xmlns:a16="http://schemas.microsoft.com/office/drawing/2014/main" id="{572DB964-BD5B-8C4B-A89C-3147C3F58483}"/>
                  </a:ext>
                </a:extLst>
              </p:cNvPr>
              <p:cNvGrpSpPr/>
              <p:nvPr/>
            </p:nvGrpSpPr>
            <p:grpSpPr>
              <a:xfrm>
                <a:off x="3566006" y="2718956"/>
                <a:ext cx="347661" cy="218295"/>
                <a:chOff x="3614739" y="2717851"/>
                <a:chExt cx="347661" cy="218295"/>
              </a:xfrm>
            </p:grpSpPr>
            <p:sp>
              <p:nvSpPr>
                <p:cNvPr id="593" name="TextBox 592">
                  <a:extLst>
                    <a:ext uri="{FF2B5EF4-FFF2-40B4-BE49-F238E27FC236}">
                      <a16:creationId xmlns:a16="http://schemas.microsoft.com/office/drawing/2014/main" id="{ADC198CB-EC39-B8E5-90CD-875C24D87874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VCC</a:t>
                  </a:r>
                </a:p>
              </p:txBody>
            </p: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1F46D5A7-C66A-A1F2-6961-E7C6617630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8" name="Group 597">
                <a:extLst>
                  <a:ext uri="{FF2B5EF4-FFF2-40B4-BE49-F238E27FC236}">
                    <a16:creationId xmlns:a16="http://schemas.microsoft.com/office/drawing/2014/main" id="{BB90C8E6-3D4A-FEF9-352B-7DCAF1B28335}"/>
                  </a:ext>
                </a:extLst>
              </p:cNvPr>
              <p:cNvGrpSpPr/>
              <p:nvPr/>
            </p:nvGrpSpPr>
            <p:grpSpPr>
              <a:xfrm>
                <a:off x="3766584" y="2718956"/>
                <a:ext cx="347661" cy="218295"/>
                <a:chOff x="3614739" y="2717851"/>
                <a:chExt cx="347661" cy="218295"/>
              </a:xfrm>
            </p:grpSpPr>
            <p:sp>
              <p:nvSpPr>
                <p:cNvPr id="599" name="TextBox 598">
                  <a:extLst>
                    <a:ext uri="{FF2B5EF4-FFF2-40B4-BE49-F238E27FC236}">
                      <a16:creationId xmlns:a16="http://schemas.microsoft.com/office/drawing/2014/main" id="{1AF85408-FC66-BF6F-8B98-0BCAD3CB84C4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GND</a:t>
                  </a:r>
                </a:p>
              </p:txBody>
            </p:sp>
            <p:cxnSp>
              <p:nvCxnSpPr>
                <p:cNvPr id="600" name="Straight Connector 599">
                  <a:extLst>
                    <a:ext uri="{FF2B5EF4-FFF2-40B4-BE49-F238E27FC236}">
                      <a16:creationId xmlns:a16="http://schemas.microsoft.com/office/drawing/2014/main" id="{DF45D760-25EC-EA0B-CCD9-824A932ED0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1" name="Group 600">
                <a:extLst>
                  <a:ext uri="{FF2B5EF4-FFF2-40B4-BE49-F238E27FC236}">
                    <a16:creationId xmlns:a16="http://schemas.microsoft.com/office/drawing/2014/main" id="{1B67A5C9-4495-2C03-6519-62418447062D}"/>
                  </a:ext>
                </a:extLst>
              </p:cNvPr>
              <p:cNvGrpSpPr/>
              <p:nvPr/>
            </p:nvGrpSpPr>
            <p:grpSpPr>
              <a:xfrm>
                <a:off x="3918429" y="2718956"/>
                <a:ext cx="347661" cy="218295"/>
                <a:chOff x="3614739" y="2717851"/>
                <a:chExt cx="347661" cy="218295"/>
              </a:xfrm>
            </p:grpSpPr>
            <p:sp>
              <p:nvSpPr>
                <p:cNvPr id="602" name="TextBox 601">
                  <a:extLst>
                    <a:ext uri="{FF2B5EF4-FFF2-40B4-BE49-F238E27FC236}">
                      <a16:creationId xmlns:a16="http://schemas.microsoft.com/office/drawing/2014/main" id="{A752532A-4F42-1DB8-A182-F6BAD98D6D4C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Tx</a:t>
                  </a:r>
                </a:p>
              </p:txBody>
            </p:sp>
            <p:cxnSp>
              <p:nvCxnSpPr>
                <p:cNvPr id="603" name="Straight Connector 602">
                  <a:extLst>
                    <a:ext uri="{FF2B5EF4-FFF2-40B4-BE49-F238E27FC236}">
                      <a16:creationId xmlns:a16="http://schemas.microsoft.com/office/drawing/2014/main" id="{09F6D2F8-1B7A-43CA-A8FA-27504DBAD9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994153D8-A8CA-4975-05AD-EF1286330EF9}"/>
                  </a:ext>
                </a:extLst>
              </p:cNvPr>
              <p:cNvGrpSpPr/>
              <p:nvPr/>
            </p:nvGrpSpPr>
            <p:grpSpPr>
              <a:xfrm>
                <a:off x="4070274" y="2718956"/>
                <a:ext cx="347661" cy="218295"/>
                <a:chOff x="3614739" y="2717851"/>
                <a:chExt cx="347661" cy="218295"/>
              </a:xfrm>
            </p:grpSpPr>
            <p:sp>
              <p:nvSpPr>
                <p:cNvPr id="605" name="TextBox 604">
                  <a:extLst>
                    <a:ext uri="{FF2B5EF4-FFF2-40B4-BE49-F238E27FC236}">
                      <a16:creationId xmlns:a16="http://schemas.microsoft.com/office/drawing/2014/main" id="{8FF8FCDA-F939-B49A-E185-2956303ADF5F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Rx</a:t>
                  </a:r>
                </a:p>
              </p:txBody>
            </p:sp>
            <p:cxnSp>
              <p:nvCxnSpPr>
                <p:cNvPr id="606" name="Straight Connector 605">
                  <a:extLst>
                    <a:ext uri="{FF2B5EF4-FFF2-40B4-BE49-F238E27FC236}">
                      <a16:creationId xmlns:a16="http://schemas.microsoft.com/office/drawing/2014/main" id="{D3B1D9F3-A9C7-8FF3-95C5-32D41E341E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7" name="Group 606">
                <a:extLst>
                  <a:ext uri="{FF2B5EF4-FFF2-40B4-BE49-F238E27FC236}">
                    <a16:creationId xmlns:a16="http://schemas.microsoft.com/office/drawing/2014/main" id="{9530296E-4A15-FA7F-96D5-4AC6B391E6DF}"/>
                  </a:ext>
                </a:extLst>
              </p:cNvPr>
              <p:cNvGrpSpPr/>
              <p:nvPr/>
            </p:nvGrpSpPr>
            <p:grpSpPr>
              <a:xfrm>
                <a:off x="4222119" y="2718956"/>
                <a:ext cx="347661" cy="218295"/>
                <a:chOff x="3614739" y="2717851"/>
                <a:chExt cx="347661" cy="218295"/>
              </a:xfrm>
            </p:grpSpPr>
            <p:sp>
              <p:nvSpPr>
                <p:cNvPr id="608" name="TextBox 607">
                  <a:extLst>
                    <a:ext uri="{FF2B5EF4-FFF2-40B4-BE49-F238E27FC236}">
                      <a16:creationId xmlns:a16="http://schemas.microsoft.com/office/drawing/2014/main" id="{AE76B96D-F4CA-638A-2B1F-1338BABA5976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H</a:t>
                  </a:r>
                </a:p>
              </p:txBody>
            </p:sp>
            <p:cxnSp>
              <p:nvCxnSpPr>
                <p:cNvPr id="609" name="Straight Connector 608">
                  <a:extLst>
                    <a:ext uri="{FF2B5EF4-FFF2-40B4-BE49-F238E27FC236}">
                      <a16:creationId xmlns:a16="http://schemas.microsoft.com/office/drawing/2014/main" id="{3E8AC1BE-D090-B753-9CB7-9CB7A5E4F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0" name="Group 609">
                <a:extLst>
                  <a:ext uri="{FF2B5EF4-FFF2-40B4-BE49-F238E27FC236}">
                    <a16:creationId xmlns:a16="http://schemas.microsoft.com/office/drawing/2014/main" id="{918732A5-4B8D-E5C0-9BB8-240A64172BC4}"/>
                  </a:ext>
                </a:extLst>
              </p:cNvPr>
              <p:cNvGrpSpPr/>
              <p:nvPr/>
            </p:nvGrpSpPr>
            <p:grpSpPr>
              <a:xfrm>
                <a:off x="4373966" y="2718956"/>
                <a:ext cx="347661" cy="218295"/>
                <a:chOff x="3614739" y="2717851"/>
                <a:chExt cx="347661" cy="218295"/>
              </a:xfrm>
            </p:grpSpPr>
            <p:sp>
              <p:nvSpPr>
                <p:cNvPr id="611" name="TextBox 610">
                  <a:extLst>
                    <a:ext uri="{FF2B5EF4-FFF2-40B4-BE49-F238E27FC236}">
                      <a16:creationId xmlns:a16="http://schemas.microsoft.com/office/drawing/2014/main" id="{EA812B66-B78C-08B4-0D22-A765B795A580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L</a:t>
                  </a:r>
                </a:p>
              </p:txBody>
            </p:sp>
            <p:cxnSp>
              <p:nvCxnSpPr>
                <p:cNvPr id="612" name="Straight Connector 611">
                  <a:extLst>
                    <a:ext uri="{FF2B5EF4-FFF2-40B4-BE49-F238E27FC236}">
                      <a16:creationId xmlns:a16="http://schemas.microsoft.com/office/drawing/2014/main" id="{A0265151-F47E-8BD1-0A99-0FDD3BB69B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C78DDCFA-5AF9-F634-6955-A25EA6B26ECB}"/>
              </a:ext>
            </a:extLst>
          </p:cNvPr>
          <p:cNvGrpSpPr/>
          <p:nvPr/>
        </p:nvGrpSpPr>
        <p:grpSpPr>
          <a:xfrm>
            <a:off x="5517888" y="2589868"/>
            <a:ext cx="957371" cy="542941"/>
            <a:chOff x="5733759" y="2351080"/>
            <a:chExt cx="957371" cy="542940"/>
          </a:xfrm>
        </p:grpSpPr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49519BDA-C74C-5AC8-BFFF-8E3F6CD952FF}"/>
                </a:ext>
              </a:extLst>
            </p:cNvPr>
            <p:cNvSpPr/>
            <p:nvPr/>
          </p:nvSpPr>
          <p:spPr>
            <a:xfrm>
              <a:off x="5747515" y="2351080"/>
              <a:ext cx="887337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TextBox 620">
              <a:extLst>
                <a:ext uri="{FF2B5EF4-FFF2-40B4-BE49-F238E27FC236}">
                  <a16:creationId xmlns:a16="http://schemas.microsoft.com/office/drawing/2014/main" id="{ADC40F0D-F84E-216D-A77A-10446356E333}"/>
                </a:ext>
              </a:extLst>
            </p:cNvPr>
            <p:cNvSpPr txBox="1"/>
            <p:nvPr/>
          </p:nvSpPr>
          <p:spPr>
            <a:xfrm>
              <a:off x="5733759" y="2368399"/>
              <a:ext cx="9080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Serial Bus Servo Driver </a:t>
              </a:r>
            </a:p>
          </p:txBody>
        </p:sp>
        <p:grpSp>
          <p:nvGrpSpPr>
            <p:cNvPr id="647" name="Group 646">
              <a:extLst>
                <a:ext uri="{FF2B5EF4-FFF2-40B4-BE49-F238E27FC236}">
                  <a16:creationId xmlns:a16="http://schemas.microsoft.com/office/drawing/2014/main" id="{105473A1-108B-EB3B-80D7-641AE7C74D0C}"/>
                </a:ext>
              </a:extLst>
            </p:cNvPr>
            <p:cNvGrpSpPr/>
            <p:nvPr/>
          </p:nvGrpSpPr>
          <p:grpSpPr>
            <a:xfrm>
              <a:off x="5743057" y="2674879"/>
              <a:ext cx="948073" cy="219141"/>
              <a:chOff x="3265987" y="3136842"/>
              <a:chExt cx="948073" cy="219141"/>
            </a:xfrm>
          </p:grpSpPr>
          <p:grpSp>
            <p:nvGrpSpPr>
              <p:cNvPr id="623" name="Group 622">
                <a:extLst>
                  <a:ext uri="{FF2B5EF4-FFF2-40B4-BE49-F238E27FC236}">
                    <a16:creationId xmlns:a16="http://schemas.microsoft.com/office/drawing/2014/main" id="{5994F2C3-3FA3-D71C-B5C4-BE9EFC524D67}"/>
                  </a:ext>
                </a:extLst>
              </p:cNvPr>
              <p:cNvGrpSpPr/>
              <p:nvPr/>
            </p:nvGrpSpPr>
            <p:grpSpPr>
              <a:xfrm>
                <a:off x="3506421" y="3137688"/>
                <a:ext cx="347661" cy="218295"/>
                <a:chOff x="3614739" y="2717851"/>
                <a:chExt cx="347661" cy="218295"/>
              </a:xfrm>
            </p:grpSpPr>
            <p:sp>
              <p:nvSpPr>
                <p:cNvPr id="639" name="TextBox 638">
                  <a:extLst>
                    <a:ext uri="{FF2B5EF4-FFF2-40B4-BE49-F238E27FC236}">
                      <a16:creationId xmlns:a16="http://schemas.microsoft.com/office/drawing/2014/main" id="{B9521FAE-4403-3195-5D5B-180C13120678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Vin</a:t>
                  </a:r>
                </a:p>
              </p:txBody>
            </p:sp>
            <p:cxnSp>
              <p:nvCxnSpPr>
                <p:cNvPr id="640" name="Straight Connector 639">
                  <a:extLst>
                    <a:ext uri="{FF2B5EF4-FFF2-40B4-BE49-F238E27FC236}">
                      <a16:creationId xmlns:a16="http://schemas.microsoft.com/office/drawing/2014/main" id="{A7FD47E8-F46C-0925-D77A-8E5A474DDA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5" name="Group 624">
                <a:extLst>
                  <a:ext uri="{FF2B5EF4-FFF2-40B4-BE49-F238E27FC236}">
                    <a16:creationId xmlns:a16="http://schemas.microsoft.com/office/drawing/2014/main" id="{B43A4345-4573-6008-DB73-5BFB74A52E3B}"/>
                  </a:ext>
                </a:extLst>
              </p:cNvPr>
              <p:cNvGrpSpPr/>
              <p:nvPr/>
            </p:nvGrpSpPr>
            <p:grpSpPr>
              <a:xfrm>
                <a:off x="3265987" y="3137689"/>
                <a:ext cx="273830" cy="218294"/>
                <a:chOff x="3654044" y="2717852"/>
                <a:chExt cx="273830" cy="218294"/>
              </a:xfrm>
            </p:grpSpPr>
            <p:sp>
              <p:nvSpPr>
                <p:cNvPr id="635" name="TextBox 634">
                  <a:extLst>
                    <a:ext uri="{FF2B5EF4-FFF2-40B4-BE49-F238E27FC236}">
                      <a16:creationId xmlns:a16="http://schemas.microsoft.com/office/drawing/2014/main" id="{80DA3E3B-B10B-E89B-2FB6-8D0262A68CFA}"/>
                    </a:ext>
                  </a:extLst>
                </p:cNvPr>
                <p:cNvSpPr txBox="1"/>
                <p:nvPr/>
              </p:nvSpPr>
              <p:spPr>
                <a:xfrm>
                  <a:off x="3654044" y="2717852"/>
                  <a:ext cx="273830" cy="18466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Tx</a:t>
                  </a:r>
                </a:p>
              </p:txBody>
            </p:sp>
            <p:cxnSp>
              <p:nvCxnSpPr>
                <p:cNvPr id="636" name="Straight Connector 635">
                  <a:extLst>
                    <a:ext uri="{FF2B5EF4-FFF2-40B4-BE49-F238E27FC236}">
                      <a16:creationId xmlns:a16="http://schemas.microsoft.com/office/drawing/2014/main" id="{2BAE119F-6034-AA9F-4D4A-AEE30F0D85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C1BCA366-EDF0-70F2-A730-10A315F5EC6C}"/>
                  </a:ext>
                </a:extLst>
              </p:cNvPr>
              <p:cNvGrpSpPr/>
              <p:nvPr/>
            </p:nvGrpSpPr>
            <p:grpSpPr>
              <a:xfrm>
                <a:off x="3384000" y="3136842"/>
                <a:ext cx="296252" cy="219141"/>
                <a:chOff x="3640201" y="2717005"/>
                <a:chExt cx="296252" cy="219141"/>
              </a:xfrm>
            </p:grpSpPr>
            <p:sp>
              <p:nvSpPr>
                <p:cNvPr id="633" name="TextBox 632">
                  <a:extLst>
                    <a:ext uri="{FF2B5EF4-FFF2-40B4-BE49-F238E27FC236}">
                      <a16:creationId xmlns:a16="http://schemas.microsoft.com/office/drawing/2014/main" id="{C34A260D-3F7D-5130-EFCA-E8C0CCF33164}"/>
                    </a:ext>
                  </a:extLst>
                </p:cNvPr>
                <p:cNvSpPr txBox="1"/>
                <p:nvPr/>
              </p:nvSpPr>
              <p:spPr>
                <a:xfrm>
                  <a:off x="3640201" y="2717005"/>
                  <a:ext cx="296252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Rx</a:t>
                  </a:r>
                </a:p>
              </p:txBody>
            </p:sp>
            <p:cxnSp>
              <p:nvCxnSpPr>
                <p:cNvPr id="634" name="Straight Connector 633">
                  <a:extLst>
                    <a:ext uri="{FF2B5EF4-FFF2-40B4-BE49-F238E27FC236}">
                      <a16:creationId xmlns:a16="http://schemas.microsoft.com/office/drawing/2014/main" id="{53951676-72DE-FE15-E97D-3BBD2EDB9B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7" name="Group 626">
                <a:extLst>
                  <a:ext uri="{FF2B5EF4-FFF2-40B4-BE49-F238E27FC236}">
                    <a16:creationId xmlns:a16="http://schemas.microsoft.com/office/drawing/2014/main" id="{470D790E-11D2-FC48-8905-E0F919F4E922}"/>
                  </a:ext>
                </a:extLst>
              </p:cNvPr>
              <p:cNvGrpSpPr/>
              <p:nvPr/>
            </p:nvGrpSpPr>
            <p:grpSpPr>
              <a:xfrm>
                <a:off x="3866399" y="3137688"/>
                <a:ext cx="347661" cy="218295"/>
                <a:chOff x="3614739" y="2717851"/>
                <a:chExt cx="347661" cy="218295"/>
              </a:xfrm>
            </p:grpSpPr>
            <p:sp>
              <p:nvSpPr>
                <p:cNvPr id="631" name="TextBox 630">
                  <a:extLst>
                    <a:ext uri="{FF2B5EF4-FFF2-40B4-BE49-F238E27FC236}">
                      <a16:creationId xmlns:a16="http://schemas.microsoft.com/office/drawing/2014/main" id="{85A28B1F-1C75-DD13-A38F-50302CD46913}"/>
                    </a:ext>
                  </a:extLst>
                </p:cNvPr>
                <p:cNvSpPr txBox="1"/>
                <p:nvPr/>
              </p:nvSpPr>
              <p:spPr>
                <a:xfrm>
                  <a:off x="3614739" y="2717851"/>
                  <a:ext cx="34766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Sout</a:t>
                  </a:r>
                </a:p>
              </p:txBody>
            </p:sp>
            <p:cxnSp>
              <p:nvCxnSpPr>
                <p:cNvPr id="632" name="Straight Connector 631">
                  <a:extLst>
                    <a:ext uri="{FF2B5EF4-FFF2-40B4-BE49-F238E27FC236}">
                      <a16:creationId xmlns:a16="http://schemas.microsoft.com/office/drawing/2014/main" id="{87688359-07B9-D540-6D7C-0B2A2ABFE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4" name="Group 643">
                <a:extLst>
                  <a:ext uri="{FF2B5EF4-FFF2-40B4-BE49-F238E27FC236}">
                    <a16:creationId xmlns:a16="http://schemas.microsoft.com/office/drawing/2014/main" id="{B9738F11-AFF5-7C8D-8012-06D82D275686}"/>
                  </a:ext>
                </a:extLst>
              </p:cNvPr>
              <p:cNvGrpSpPr/>
              <p:nvPr/>
            </p:nvGrpSpPr>
            <p:grpSpPr>
              <a:xfrm>
                <a:off x="3667290" y="3137688"/>
                <a:ext cx="346993" cy="218295"/>
                <a:chOff x="3615407" y="2717851"/>
                <a:chExt cx="346993" cy="218295"/>
              </a:xfrm>
            </p:grpSpPr>
            <p:sp>
              <p:nvSpPr>
                <p:cNvPr id="645" name="TextBox 644">
                  <a:extLst>
                    <a:ext uri="{FF2B5EF4-FFF2-40B4-BE49-F238E27FC236}">
                      <a16:creationId xmlns:a16="http://schemas.microsoft.com/office/drawing/2014/main" id="{54ED8630-BB41-3A30-44BD-C63AD6255334}"/>
                    </a:ext>
                  </a:extLst>
                </p:cNvPr>
                <p:cNvSpPr txBox="1"/>
                <p:nvPr/>
              </p:nvSpPr>
              <p:spPr>
                <a:xfrm>
                  <a:off x="3615407" y="2717851"/>
                  <a:ext cx="346993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GND</a:t>
                  </a:r>
                </a:p>
              </p:txBody>
            </p:sp>
            <p:cxnSp>
              <p:nvCxnSpPr>
                <p:cNvPr id="646" name="Straight Connector 645">
                  <a:extLst>
                    <a:ext uri="{FF2B5EF4-FFF2-40B4-BE49-F238E27FC236}">
                      <a16:creationId xmlns:a16="http://schemas.microsoft.com/office/drawing/2014/main" id="{473BCFC2-3F79-788B-1F9B-F9D37D515F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8569" y="287394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227FACA8-52C1-3FD4-8CF3-72D8D84B1764}"/>
              </a:ext>
            </a:extLst>
          </p:cNvPr>
          <p:cNvGrpSpPr/>
          <p:nvPr/>
        </p:nvGrpSpPr>
        <p:grpSpPr>
          <a:xfrm>
            <a:off x="7132366" y="2667030"/>
            <a:ext cx="648367" cy="542941"/>
            <a:chOff x="4309816" y="2654400"/>
            <a:chExt cx="648367" cy="542940"/>
          </a:xfrm>
        </p:grpSpPr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80C66BE9-F205-2533-DD4E-E623C4CDFFF2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3262BEE7-F01C-FE60-667D-2C0C66DB06F8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STS3215</a:t>
              </a:r>
            </a:p>
          </p:txBody>
        </p:sp>
        <p:grpSp>
          <p:nvGrpSpPr>
            <p:cNvPr id="662" name="Group 661">
              <a:extLst>
                <a:ext uri="{FF2B5EF4-FFF2-40B4-BE49-F238E27FC236}">
                  <a16:creationId xmlns:a16="http://schemas.microsoft.com/office/drawing/2014/main" id="{99C956C9-AC87-0EAF-171A-6F80FD7A8A11}"/>
                </a:ext>
              </a:extLst>
            </p:cNvPr>
            <p:cNvGrpSpPr/>
            <p:nvPr/>
          </p:nvGrpSpPr>
          <p:grpSpPr>
            <a:xfrm>
              <a:off x="4425499" y="2978300"/>
              <a:ext cx="410651" cy="218295"/>
              <a:chOff x="4321938" y="3373027"/>
              <a:chExt cx="410651" cy="218295"/>
            </a:xfrm>
          </p:grpSpPr>
          <p:grpSp>
            <p:nvGrpSpPr>
              <p:cNvPr id="653" name="Group 652">
                <a:extLst>
                  <a:ext uri="{FF2B5EF4-FFF2-40B4-BE49-F238E27FC236}">
                    <a16:creationId xmlns:a16="http://schemas.microsoft.com/office/drawing/2014/main" id="{9E8995B1-901A-CE74-4CDB-FBB0C73CEC52}"/>
                  </a:ext>
                </a:extLst>
              </p:cNvPr>
              <p:cNvGrpSpPr/>
              <p:nvPr/>
            </p:nvGrpSpPr>
            <p:grpSpPr>
              <a:xfrm>
                <a:off x="4321938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660" name="TextBox 659">
                  <a:extLst>
                    <a:ext uri="{FF2B5EF4-FFF2-40B4-BE49-F238E27FC236}">
                      <a16:creationId xmlns:a16="http://schemas.microsoft.com/office/drawing/2014/main" id="{F5302444-A4E3-097C-3007-D996E1C50747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661" name="Straight Connector 660">
                  <a:extLst>
                    <a:ext uri="{FF2B5EF4-FFF2-40B4-BE49-F238E27FC236}">
                      <a16:creationId xmlns:a16="http://schemas.microsoft.com/office/drawing/2014/main" id="{2FADE2D6-5AA1-D522-E8CC-68F875DD5D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4" name="Group 653">
                <a:extLst>
                  <a:ext uri="{FF2B5EF4-FFF2-40B4-BE49-F238E27FC236}">
                    <a16:creationId xmlns:a16="http://schemas.microsoft.com/office/drawing/2014/main" id="{C3D36737-2ED5-E879-0783-093C87326DA3}"/>
                  </a:ext>
                </a:extLst>
              </p:cNvPr>
              <p:cNvGrpSpPr/>
              <p:nvPr/>
            </p:nvGrpSpPr>
            <p:grpSpPr>
              <a:xfrm>
                <a:off x="4456622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658" name="TextBox 657">
                  <a:extLst>
                    <a:ext uri="{FF2B5EF4-FFF2-40B4-BE49-F238E27FC236}">
                      <a16:creationId xmlns:a16="http://schemas.microsoft.com/office/drawing/2014/main" id="{3B498443-F9F1-D4B8-E12F-A57A541FFC1F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659" name="Straight Connector 658">
                  <a:extLst>
                    <a:ext uri="{FF2B5EF4-FFF2-40B4-BE49-F238E27FC236}">
                      <a16:creationId xmlns:a16="http://schemas.microsoft.com/office/drawing/2014/main" id="{A0884995-A89D-F35C-6778-CB65A6416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96" name="Group 695">
            <a:extLst>
              <a:ext uri="{FF2B5EF4-FFF2-40B4-BE49-F238E27FC236}">
                <a16:creationId xmlns:a16="http://schemas.microsoft.com/office/drawing/2014/main" id="{FB26DEBC-DE94-66DB-3344-3F4BB2E0A0BA}"/>
              </a:ext>
            </a:extLst>
          </p:cNvPr>
          <p:cNvGrpSpPr/>
          <p:nvPr/>
        </p:nvGrpSpPr>
        <p:grpSpPr>
          <a:xfrm>
            <a:off x="7912018" y="2667030"/>
            <a:ext cx="648367" cy="542941"/>
            <a:chOff x="4309816" y="2654400"/>
            <a:chExt cx="648367" cy="542940"/>
          </a:xfrm>
        </p:grpSpPr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CFB8B26B-3837-0640-61D2-20D8177D0605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8" name="TextBox 697">
              <a:extLst>
                <a:ext uri="{FF2B5EF4-FFF2-40B4-BE49-F238E27FC236}">
                  <a16:creationId xmlns:a16="http://schemas.microsoft.com/office/drawing/2014/main" id="{FEA524CD-0341-D9CA-C68C-0E710D44712D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STS3215</a:t>
              </a:r>
            </a:p>
          </p:txBody>
        </p:sp>
        <p:grpSp>
          <p:nvGrpSpPr>
            <p:cNvPr id="699" name="Group 698">
              <a:extLst>
                <a:ext uri="{FF2B5EF4-FFF2-40B4-BE49-F238E27FC236}">
                  <a16:creationId xmlns:a16="http://schemas.microsoft.com/office/drawing/2014/main" id="{F0AC3FBF-F704-1D5A-B886-467BC3C9E13B}"/>
                </a:ext>
              </a:extLst>
            </p:cNvPr>
            <p:cNvGrpSpPr/>
            <p:nvPr/>
          </p:nvGrpSpPr>
          <p:grpSpPr>
            <a:xfrm>
              <a:off x="4419149" y="2978300"/>
              <a:ext cx="423351" cy="218295"/>
              <a:chOff x="4315588" y="3373027"/>
              <a:chExt cx="423351" cy="218295"/>
            </a:xfrm>
          </p:grpSpPr>
          <p:grpSp>
            <p:nvGrpSpPr>
              <p:cNvPr id="700" name="Group 699">
                <a:extLst>
                  <a:ext uri="{FF2B5EF4-FFF2-40B4-BE49-F238E27FC236}">
                    <a16:creationId xmlns:a16="http://schemas.microsoft.com/office/drawing/2014/main" id="{17EE7716-92D0-964F-4E23-419D241F185D}"/>
                  </a:ext>
                </a:extLst>
              </p:cNvPr>
              <p:cNvGrpSpPr/>
              <p:nvPr/>
            </p:nvGrpSpPr>
            <p:grpSpPr>
              <a:xfrm>
                <a:off x="4315588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704" name="TextBox 703">
                  <a:extLst>
                    <a:ext uri="{FF2B5EF4-FFF2-40B4-BE49-F238E27FC236}">
                      <a16:creationId xmlns:a16="http://schemas.microsoft.com/office/drawing/2014/main" id="{CDACB90A-9E2E-06BF-B0C6-E0CCCBB6286D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705" name="Straight Connector 704">
                  <a:extLst>
                    <a:ext uri="{FF2B5EF4-FFF2-40B4-BE49-F238E27FC236}">
                      <a16:creationId xmlns:a16="http://schemas.microsoft.com/office/drawing/2014/main" id="{0E265670-B645-B3C9-4B3B-860B7335D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1" name="Group 700">
                <a:extLst>
                  <a:ext uri="{FF2B5EF4-FFF2-40B4-BE49-F238E27FC236}">
                    <a16:creationId xmlns:a16="http://schemas.microsoft.com/office/drawing/2014/main" id="{8449CFAE-CBC2-773F-C226-7F4E107556D2}"/>
                  </a:ext>
                </a:extLst>
              </p:cNvPr>
              <p:cNvGrpSpPr/>
              <p:nvPr/>
            </p:nvGrpSpPr>
            <p:grpSpPr>
              <a:xfrm>
                <a:off x="4462972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702" name="TextBox 701">
                  <a:extLst>
                    <a:ext uri="{FF2B5EF4-FFF2-40B4-BE49-F238E27FC236}">
                      <a16:creationId xmlns:a16="http://schemas.microsoft.com/office/drawing/2014/main" id="{9CE3B6D5-6E1B-D915-4C97-A87DB05B55CC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703" name="Straight Connector 702">
                  <a:extLst>
                    <a:ext uri="{FF2B5EF4-FFF2-40B4-BE49-F238E27FC236}">
                      <a16:creationId xmlns:a16="http://schemas.microsoft.com/office/drawing/2014/main" id="{4BD0FFB3-F1FB-F296-A31F-B2457517C6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06" name="Group 705">
            <a:extLst>
              <a:ext uri="{FF2B5EF4-FFF2-40B4-BE49-F238E27FC236}">
                <a16:creationId xmlns:a16="http://schemas.microsoft.com/office/drawing/2014/main" id="{A4CA4C13-C641-A39F-FB9E-0FEF463B2F02}"/>
              </a:ext>
            </a:extLst>
          </p:cNvPr>
          <p:cNvGrpSpPr/>
          <p:nvPr/>
        </p:nvGrpSpPr>
        <p:grpSpPr>
          <a:xfrm>
            <a:off x="8691670" y="2667030"/>
            <a:ext cx="648367" cy="542941"/>
            <a:chOff x="4309816" y="2654400"/>
            <a:chExt cx="648367" cy="542940"/>
          </a:xfrm>
        </p:grpSpPr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0DC19A43-33DA-0D8D-D5EF-9B336B6372DD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TextBox 707">
              <a:extLst>
                <a:ext uri="{FF2B5EF4-FFF2-40B4-BE49-F238E27FC236}">
                  <a16:creationId xmlns:a16="http://schemas.microsoft.com/office/drawing/2014/main" id="{9F7BE0AB-D465-5D6C-7950-A9455D89E6D2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STS3215</a:t>
              </a:r>
            </a:p>
          </p:txBody>
        </p:sp>
        <p:grpSp>
          <p:nvGrpSpPr>
            <p:cNvPr id="709" name="Group 708">
              <a:extLst>
                <a:ext uri="{FF2B5EF4-FFF2-40B4-BE49-F238E27FC236}">
                  <a16:creationId xmlns:a16="http://schemas.microsoft.com/office/drawing/2014/main" id="{3570795F-6014-8775-50BE-C9F6BB7CD073}"/>
                </a:ext>
              </a:extLst>
            </p:cNvPr>
            <p:cNvGrpSpPr/>
            <p:nvPr/>
          </p:nvGrpSpPr>
          <p:grpSpPr>
            <a:xfrm>
              <a:off x="4419149" y="2978300"/>
              <a:ext cx="423351" cy="218295"/>
              <a:chOff x="4315588" y="3373027"/>
              <a:chExt cx="423351" cy="218295"/>
            </a:xfrm>
          </p:grpSpPr>
          <p:grpSp>
            <p:nvGrpSpPr>
              <p:cNvPr id="710" name="Group 709">
                <a:extLst>
                  <a:ext uri="{FF2B5EF4-FFF2-40B4-BE49-F238E27FC236}">
                    <a16:creationId xmlns:a16="http://schemas.microsoft.com/office/drawing/2014/main" id="{10E31179-C389-0CB9-F7A6-7B787BA1DA44}"/>
                  </a:ext>
                </a:extLst>
              </p:cNvPr>
              <p:cNvGrpSpPr/>
              <p:nvPr/>
            </p:nvGrpSpPr>
            <p:grpSpPr>
              <a:xfrm>
                <a:off x="4315588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714" name="TextBox 713">
                  <a:extLst>
                    <a:ext uri="{FF2B5EF4-FFF2-40B4-BE49-F238E27FC236}">
                      <a16:creationId xmlns:a16="http://schemas.microsoft.com/office/drawing/2014/main" id="{0E3BE658-92C2-B20B-AC50-9B2250AFA268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715" name="Straight Connector 714">
                  <a:extLst>
                    <a:ext uri="{FF2B5EF4-FFF2-40B4-BE49-F238E27FC236}">
                      <a16:creationId xmlns:a16="http://schemas.microsoft.com/office/drawing/2014/main" id="{117FDBC1-B620-8391-207E-40081A2164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1" name="Group 710">
                <a:extLst>
                  <a:ext uri="{FF2B5EF4-FFF2-40B4-BE49-F238E27FC236}">
                    <a16:creationId xmlns:a16="http://schemas.microsoft.com/office/drawing/2014/main" id="{6170856F-67D4-D77C-F47A-8ACC55CBFD87}"/>
                  </a:ext>
                </a:extLst>
              </p:cNvPr>
              <p:cNvGrpSpPr/>
              <p:nvPr/>
            </p:nvGrpSpPr>
            <p:grpSpPr>
              <a:xfrm>
                <a:off x="4462972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712" name="TextBox 711">
                  <a:extLst>
                    <a:ext uri="{FF2B5EF4-FFF2-40B4-BE49-F238E27FC236}">
                      <a16:creationId xmlns:a16="http://schemas.microsoft.com/office/drawing/2014/main" id="{AEA5BC77-E6EE-71AD-64CA-A3BD3D1F082E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713" name="Straight Connector 712">
                  <a:extLst>
                    <a:ext uri="{FF2B5EF4-FFF2-40B4-BE49-F238E27FC236}">
                      <a16:creationId xmlns:a16="http://schemas.microsoft.com/office/drawing/2014/main" id="{9D6C0AE1-6B42-FA9F-35B5-4448580A38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95" name="Group 694">
            <a:extLst>
              <a:ext uri="{FF2B5EF4-FFF2-40B4-BE49-F238E27FC236}">
                <a16:creationId xmlns:a16="http://schemas.microsoft.com/office/drawing/2014/main" id="{5FC464EC-3D8A-CEA9-BAB4-37A014E86429}"/>
              </a:ext>
            </a:extLst>
          </p:cNvPr>
          <p:cNvGrpSpPr/>
          <p:nvPr/>
        </p:nvGrpSpPr>
        <p:grpSpPr>
          <a:xfrm rot="16200000">
            <a:off x="165609" y="1149575"/>
            <a:ext cx="803304" cy="542941"/>
            <a:chOff x="6048379" y="2862921"/>
            <a:chExt cx="803304" cy="542940"/>
          </a:xfrm>
        </p:grpSpPr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EEE14EC8-F2F2-73F8-EE03-DFAD29422989}"/>
                </a:ext>
              </a:extLst>
            </p:cNvPr>
            <p:cNvSpPr/>
            <p:nvPr/>
          </p:nvSpPr>
          <p:spPr>
            <a:xfrm>
              <a:off x="6115540" y="2862921"/>
              <a:ext cx="668982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6" name="TextBox 665">
              <a:extLst>
                <a:ext uri="{FF2B5EF4-FFF2-40B4-BE49-F238E27FC236}">
                  <a16:creationId xmlns:a16="http://schemas.microsoft.com/office/drawing/2014/main" id="{854C4D0D-F421-B31B-2DC3-B9F8F55D970B}"/>
                </a:ext>
              </a:extLst>
            </p:cNvPr>
            <p:cNvSpPr txBox="1"/>
            <p:nvPr/>
          </p:nvSpPr>
          <p:spPr>
            <a:xfrm>
              <a:off x="6072342" y="2893841"/>
              <a:ext cx="755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Converter</a:t>
              </a:r>
            </a:p>
            <a:p>
              <a:pPr algn="ctr"/>
              <a:r>
                <a:rPr lang="en-US" sz="900" b="1"/>
                <a:t>(5v) </a:t>
              </a:r>
            </a:p>
          </p:txBody>
        </p: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4FA25AF8-3018-C93A-8861-9547F27FDE51}"/>
                </a:ext>
              </a:extLst>
            </p:cNvPr>
            <p:cNvGrpSpPr/>
            <p:nvPr/>
          </p:nvGrpSpPr>
          <p:grpSpPr>
            <a:xfrm>
              <a:off x="6048379" y="3185127"/>
              <a:ext cx="803304" cy="220734"/>
              <a:chOff x="4541048" y="3698031"/>
              <a:chExt cx="803304" cy="220734"/>
            </a:xfrm>
          </p:grpSpPr>
          <p:grpSp>
            <p:nvGrpSpPr>
              <p:cNvPr id="684" name="Group 683">
                <a:extLst>
                  <a:ext uri="{FF2B5EF4-FFF2-40B4-BE49-F238E27FC236}">
                    <a16:creationId xmlns:a16="http://schemas.microsoft.com/office/drawing/2014/main" id="{2FE38B75-00BF-6EA6-2CD2-3BF0F3A28A09}"/>
                  </a:ext>
                </a:extLst>
              </p:cNvPr>
              <p:cNvGrpSpPr/>
              <p:nvPr/>
            </p:nvGrpSpPr>
            <p:grpSpPr>
              <a:xfrm>
                <a:off x="4541048" y="3700470"/>
                <a:ext cx="319081" cy="218295"/>
                <a:chOff x="4541048" y="3700470"/>
                <a:chExt cx="319081" cy="218295"/>
              </a:xfrm>
            </p:grpSpPr>
            <p:sp>
              <p:nvSpPr>
                <p:cNvPr id="672" name="TextBox 671">
                  <a:extLst>
                    <a:ext uri="{FF2B5EF4-FFF2-40B4-BE49-F238E27FC236}">
                      <a16:creationId xmlns:a16="http://schemas.microsoft.com/office/drawing/2014/main" id="{AE2C9C07-5CDD-B02F-F21C-CFF21B7E5420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Vi+</a:t>
                  </a:r>
                </a:p>
              </p:txBody>
            </p:sp>
            <p:cxnSp>
              <p:nvCxnSpPr>
                <p:cNvPr id="673" name="Straight Connector 672">
                  <a:extLst>
                    <a:ext uri="{FF2B5EF4-FFF2-40B4-BE49-F238E27FC236}">
                      <a16:creationId xmlns:a16="http://schemas.microsoft.com/office/drawing/2014/main" id="{9E08974B-1136-A2D1-2CD8-F194080A50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5" name="Group 684">
                <a:extLst>
                  <a:ext uri="{FF2B5EF4-FFF2-40B4-BE49-F238E27FC236}">
                    <a16:creationId xmlns:a16="http://schemas.microsoft.com/office/drawing/2014/main" id="{FEBCB4A9-3E70-6D15-D9E4-AF00366CE433}"/>
                  </a:ext>
                </a:extLst>
              </p:cNvPr>
              <p:cNvGrpSpPr/>
              <p:nvPr/>
            </p:nvGrpSpPr>
            <p:grpSpPr>
              <a:xfrm>
                <a:off x="4703390" y="3700470"/>
                <a:ext cx="319081" cy="218295"/>
                <a:chOff x="4541048" y="3700470"/>
                <a:chExt cx="319081" cy="218295"/>
              </a:xfrm>
            </p:grpSpPr>
            <p:sp>
              <p:nvSpPr>
                <p:cNvPr id="686" name="TextBox 685">
                  <a:extLst>
                    <a:ext uri="{FF2B5EF4-FFF2-40B4-BE49-F238E27FC236}">
                      <a16:creationId xmlns:a16="http://schemas.microsoft.com/office/drawing/2014/main" id="{FC115539-D589-F494-1AEF-9BC0B05FD496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Vi-</a:t>
                  </a:r>
                </a:p>
              </p:txBody>
            </p:sp>
            <p:cxnSp>
              <p:nvCxnSpPr>
                <p:cNvPr id="687" name="Straight Connector 686">
                  <a:extLst>
                    <a:ext uri="{FF2B5EF4-FFF2-40B4-BE49-F238E27FC236}">
                      <a16:creationId xmlns:a16="http://schemas.microsoft.com/office/drawing/2014/main" id="{D5C8788C-4785-7651-EEB0-98A4B6ED38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8" name="Group 687">
                <a:extLst>
                  <a:ext uri="{FF2B5EF4-FFF2-40B4-BE49-F238E27FC236}">
                    <a16:creationId xmlns:a16="http://schemas.microsoft.com/office/drawing/2014/main" id="{64489246-5D16-7D9B-FB8D-48CE4278F7F7}"/>
                  </a:ext>
                </a:extLst>
              </p:cNvPr>
              <p:cNvGrpSpPr/>
              <p:nvPr/>
            </p:nvGrpSpPr>
            <p:grpSpPr>
              <a:xfrm>
                <a:off x="4860128" y="3698031"/>
                <a:ext cx="319081" cy="218295"/>
                <a:chOff x="4541048" y="3700470"/>
                <a:chExt cx="319081" cy="218295"/>
              </a:xfrm>
            </p:grpSpPr>
            <p:sp>
              <p:nvSpPr>
                <p:cNvPr id="689" name="TextBox 688">
                  <a:extLst>
                    <a:ext uri="{FF2B5EF4-FFF2-40B4-BE49-F238E27FC236}">
                      <a16:creationId xmlns:a16="http://schemas.microsoft.com/office/drawing/2014/main" id="{69B8AA75-2BD2-FC67-12EF-2B98F0987B26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Vo+</a:t>
                  </a:r>
                </a:p>
              </p:txBody>
            </p:sp>
            <p:cxnSp>
              <p:nvCxnSpPr>
                <p:cNvPr id="690" name="Straight Connector 689">
                  <a:extLst>
                    <a:ext uri="{FF2B5EF4-FFF2-40B4-BE49-F238E27FC236}">
                      <a16:creationId xmlns:a16="http://schemas.microsoft.com/office/drawing/2014/main" id="{E5C7350C-0894-02FA-12BD-5594E96F3C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1" name="Group 690">
                <a:extLst>
                  <a:ext uri="{FF2B5EF4-FFF2-40B4-BE49-F238E27FC236}">
                    <a16:creationId xmlns:a16="http://schemas.microsoft.com/office/drawing/2014/main" id="{FDBB34B5-AE5C-4FFA-EAFC-4977B0998CC7}"/>
                  </a:ext>
                </a:extLst>
              </p:cNvPr>
              <p:cNvGrpSpPr/>
              <p:nvPr/>
            </p:nvGrpSpPr>
            <p:grpSpPr>
              <a:xfrm>
                <a:off x="5025271" y="3698031"/>
                <a:ext cx="319081" cy="218295"/>
                <a:chOff x="4541048" y="3700470"/>
                <a:chExt cx="319081" cy="218295"/>
              </a:xfrm>
            </p:grpSpPr>
            <p:sp>
              <p:nvSpPr>
                <p:cNvPr id="692" name="TextBox 691">
                  <a:extLst>
                    <a:ext uri="{FF2B5EF4-FFF2-40B4-BE49-F238E27FC236}">
                      <a16:creationId xmlns:a16="http://schemas.microsoft.com/office/drawing/2014/main" id="{32AD5EE9-C744-9F76-1DB6-37C53B240283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Vo-</a:t>
                  </a:r>
                </a:p>
              </p:txBody>
            </p:sp>
            <p:cxnSp>
              <p:nvCxnSpPr>
                <p:cNvPr id="693" name="Straight Connector 692">
                  <a:extLst>
                    <a:ext uri="{FF2B5EF4-FFF2-40B4-BE49-F238E27FC236}">
                      <a16:creationId xmlns:a16="http://schemas.microsoft.com/office/drawing/2014/main" id="{8F33499F-D7A7-9FA3-1D18-2646E5E04F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38" name="Group 837">
            <a:extLst>
              <a:ext uri="{FF2B5EF4-FFF2-40B4-BE49-F238E27FC236}">
                <a16:creationId xmlns:a16="http://schemas.microsoft.com/office/drawing/2014/main" id="{D2CC8755-8991-0777-E8CD-6545BC7E7AB9}"/>
              </a:ext>
            </a:extLst>
          </p:cNvPr>
          <p:cNvGrpSpPr/>
          <p:nvPr/>
        </p:nvGrpSpPr>
        <p:grpSpPr>
          <a:xfrm rot="16200000">
            <a:off x="186131" y="2135263"/>
            <a:ext cx="803304" cy="542941"/>
            <a:chOff x="6048379" y="2862921"/>
            <a:chExt cx="803304" cy="542940"/>
          </a:xfrm>
        </p:grpSpPr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189C85AC-9A16-B35F-5ABD-18967CC931FC}"/>
                </a:ext>
              </a:extLst>
            </p:cNvPr>
            <p:cNvSpPr/>
            <p:nvPr/>
          </p:nvSpPr>
          <p:spPr>
            <a:xfrm>
              <a:off x="6115540" y="2862921"/>
              <a:ext cx="668982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29714392-7764-7533-BACF-3D672FEC1056}"/>
                </a:ext>
              </a:extLst>
            </p:cNvPr>
            <p:cNvSpPr txBox="1"/>
            <p:nvPr/>
          </p:nvSpPr>
          <p:spPr>
            <a:xfrm>
              <a:off x="6072342" y="2893841"/>
              <a:ext cx="755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Converter (12v) </a:t>
              </a:r>
            </a:p>
          </p:txBody>
        </p:sp>
        <p:grpSp>
          <p:nvGrpSpPr>
            <p:cNvPr id="841" name="Group 840">
              <a:extLst>
                <a:ext uri="{FF2B5EF4-FFF2-40B4-BE49-F238E27FC236}">
                  <a16:creationId xmlns:a16="http://schemas.microsoft.com/office/drawing/2014/main" id="{7DE7356D-5783-31FC-F2FE-4B6489F1833E}"/>
                </a:ext>
              </a:extLst>
            </p:cNvPr>
            <p:cNvGrpSpPr/>
            <p:nvPr/>
          </p:nvGrpSpPr>
          <p:grpSpPr>
            <a:xfrm>
              <a:off x="6048379" y="3185127"/>
              <a:ext cx="803304" cy="220734"/>
              <a:chOff x="4541048" y="3698031"/>
              <a:chExt cx="803304" cy="220734"/>
            </a:xfrm>
          </p:grpSpPr>
          <p:grpSp>
            <p:nvGrpSpPr>
              <p:cNvPr id="842" name="Group 841">
                <a:extLst>
                  <a:ext uri="{FF2B5EF4-FFF2-40B4-BE49-F238E27FC236}">
                    <a16:creationId xmlns:a16="http://schemas.microsoft.com/office/drawing/2014/main" id="{BF55B621-7242-F1D6-432E-1D776C76C780}"/>
                  </a:ext>
                </a:extLst>
              </p:cNvPr>
              <p:cNvGrpSpPr/>
              <p:nvPr/>
            </p:nvGrpSpPr>
            <p:grpSpPr>
              <a:xfrm>
                <a:off x="4541048" y="3700470"/>
                <a:ext cx="319081" cy="218295"/>
                <a:chOff x="4541048" y="3700470"/>
                <a:chExt cx="319081" cy="218295"/>
              </a:xfrm>
            </p:grpSpPr>
            <p:sp>
              <p:nvSpPr>
                <p:cNvPr id="852" name="TextBox 851">
                  <a:extLst>
                    <a:ext uri="{FF2B5EF4-FFF2-40B4-BE49-F238E27FC236}">
                      <a16:creationId xmlns:a16="http://schemas.microsoft.com/office/drawing/2014/main" id="{93477745-38C4-A566-3763-EFDB37FDC72E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Vi+</a:t>
                  </a:r>
                </a:p>
              </p:txBody>
            </p:sp>
            <p:cxnSp>
              <p:nvCxnSpPr>
                <p:cNvPr id="853" name="Straight Connector 852">
                  <a:extLst>
                    <a:ext uri="{FF2B5EF4-FFF2-40B4-BE49-F238E27FC236}">
                      <a16:creationId xmlns:a16="http://schemas.microsoft.com/office/drawing/2014/main" id="{C5EF728C-5D7E-C41D-2B60-2D348E563F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3" name="Group 842">
                <a:extLst>
                  <a:ext uri="{FF2B5EF4-FFF2-40B4-BE49-F238E27FC236}">
                    <a16:creationId xmlns:a16="http://schemas.microsoft.com/office/drawing/2014/main" id="{EABD091B-169A-8E74-3EE0-452FEDAB4584}"/>
                  </a:ext>
                </a:extLst>
              </p:cNvPr>
              <p:cNvGrpSpPr/>
              <p:nvPr/>
            </p:nvGrpSpPr>
            <p:grpSpPr>
              <a:xfrm>
                <a:off x="4703390" y="3700470"/>
                <a:ext cx="319081" cy="218295"/>
                <a:chOff x="4541048" y="3700470"/>
                <a:chExt cx="319081" cy="218295"/>
              </a:xfrm>
            </p:grpSpPr>
            <p:sp>
              <p:nvSpPr>
                <p:cNvPr id="850" name="TextBox 849">
                  <a:extLst>
                    <a:ext uri="{FF2B5EF4-FFF2-40B4-BE49-F238E27FC236}">
                      <a16:creationId xmlns:a16="http://schemas.microsoft.com/office/drawing/2014/main" id="{F4647E18-4409-C512-C760-F7EA6BF4E751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Vi-</a:t>
                  </a:r>
                </a:p>
              </p:txBody>
            </p:sp>
            <p:cxnSp>
              <p:nvCxnSpPr>
                <p:cNvPr id="851" name="Straight Connector 850">
                  <a:extLst>
                    <a:ext uri="{FF2B5EF4-FFF2-40B4-BE49-F238E27FC236}">
                      <a16:creationId xmlns:a16="http://schemas.microsoft.com/office/drawing/2014/main" id="{2B5A845D-B809-4E11-8735-2F04296F8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44DF7EF-2E46-456F-EE01-6D9CC3B0CFAA}"/>
                  </a:ext>
                </a:extLst>
              </p:cNvPr>
              <p:cNvGrpSpPr/>
              <p:nvPr/>
            </p:nvGrpSpPr>
            <p:grpSpPr>
              <a:xfrm>
                <a:off x="4860128" y="3698031"/>
                <a:ext cx="319081" cy="218295"/>
                <a:chOff x="4541048" y="3700470"/>
                <a:chExt cx="319081" cy="218295"/>
              </a:xfrm>
            </p:grpSpPr>
            <p:sp>
              <p:nvSpPr>
                <p:cNvPr id="848" name="TextBox 847">
                  <a:extLst>
                    <a:ext uri="{FF2B5EF4-FFF2-40B4-BE49-F238E27FC236}">
                      <a16:creationId xmlns:a16="http://schemas.microsoft.com/office/drawing/2014/main" id="{43A24B4D-728A-61A5-0B90-845868EB03DD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Vo+</a:t>
                  </a:r>
                </a:p>
              </p:txBody>
            </p:sp>
            <p:cxnSp>
              <p:nvCxnSpPr>
                <p:cNvPr id="849" name="Straight Connector 848">
                  <a:extLst>
                    <a:ext uri="{FF2B5EF4-FFF2-40B4-BE49-F238E27FC236}">
                      <a16:creationId xmlns:a16="http://schemas.microsoft.com/office/drawing/2014/main" id="{B508FD6B-F899-185E-CD41-1BAE3E28C9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5" name="Group 844">
                <a:extLst>
                  <a:ext uri="{FF2B5EF4-FFF2-40B4-BE49-F238E27FC236}">
                    <a16:creationId xmlns:a16="http://schemas.microsoft.com/office/drawing/2014/main" id="{7A904A0B-F783-E17A-D932-E093C982B06A}"/>
                  </a:ext>
                </a:extLst>
              </p:cNvPr>
              <p:cNvGrpSpPr/>
              <p:nvPr/>
            </p:nvGrpSpPr>
            <p:grpSpPr>
              <a:xfrm>
                <a:off x="5025271" y="3698031"/>
                <a:ext cx="319081" cy="218295"/>
                <a:chOff x="4541048" y="3700470"/>
                <a:chExt cx="319081" cy="218295"/>
              </a:xfrm>
            </p:grpSpPr>
            <p:sp>
              <p:nvSpPr>
                <p:cNvPr id="846" name="TextBox 845">
                  <a:extLst>
                    <a:ext uri="{FF2B5EF4-FFF2-40B4-BE49-F238E27FC236}">
                      <a16:creationId xmlns:a16="http://schemas.microsoft.com/office/drawing/2014/main" id="{8B796EE8-C577-9C19-CAC3-AB34BA5E661F}"/>
                    </a:ext>
                  </a:extLst>
                </p:cNvPr>
                <p:cNvSpPr txBox="1"/>
                <p:nvPr/>
              </p:nvSpPr>
              <p:spPr>
                <a:xfrm>
                  <a:off x="4541048" y="3700470"/>
                  <a:ext cx="319081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Vo-</a:t>
                  </a:r>
                </a:p>
              </p:txBody>
            </p:sp>
            <p:cxnSp>
              <p:nvCxnSpPr>
                <p:cNvPr id="847" name="Straight Connector 846">
                  <a:extLst>
                    <a:ext uri="{FF2B5EF4-FFF2-40B4-BE49-F238E27FC236}">
                      <a16:creationId xmlns:a16="http://schemas.microsoft.com/office/drawing/2014/main" id="{B26134CD-B7D6-8FB7-E2E9-40E368BFA5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0588" y="3856561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BBAC7A65-6542-E448-FE08-CDC0F3EF3F8E}"/>
              </a:ext>
            </a:extLst>
          </p:cNvPr>
          <p:cNvGrpSpPr/>
          <p:nvPr/>
        </p:nvGrpSpPr>
        <p:grpSpPr>
          <a:xfrm flipH="1">
            <a:off x="984134" y="6184836"/>
            <a:ext cx="648367" cy="542941"/>
            <a:chOff x="1749908" y="5284001"/>
            <a:chExt cx="648367" cy="542940"/>
          </a:xfrm>
        </p:grpSpPr>
        <p:sp>
          <p:nvSpPr>
            <p:cNvPr id="736" name="TextBox 735">
              <a:extLst>
                <a:ext uri="{FF2B5EF4-FFF2-40B4-BE49-F238E27FC236}">
                  <a16:creationId xmlns:a16="http://schemas.microsoft.com/office/drawing/2014/main" id="{1DDAC4FB-AE0C-28CC-9683-C7CF4D0BA07C}"/>
                </a:ext>
              </a:extLst>
            </p:cNvPr>
            <p:cNvSpPr txBox="1"/>
            <p:nvPr/>
          </p:nvSpPr>
          <p:spPr>
            <a:xfrm>
              <a:off x="1749908" y="5452946"/>
              <a:ext cx="6483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24V Battery</a:t>
              </a:r>
            </a:p>
          </p:txBody>
        </p:sp>
        <p:grpSp>
          <p:nvGrpSpPr>
            <p:cNvPr id="744" name="Group 743">
              <a:extLst>
                <a:ext uri="{FF2B5EF4-FFF2-40B4-BE49-F238E27FC236}">
                  <a16:creationId xmlns:a16="http://schemas.microsoft.com/office/drawing/2014/main" id="{DF4139B7-85E9-7C88-AAB1-032D5B3B610C}"/>
                </a:ext>
              </a:extLst>
            </p:cNvPr>
            <p:cNvGrpSpPr/>
            <p:nvPr/>
          </p:nvGrpSpPr>
          <p:grpSpPr>
            <a:xfrm rot="10800000">
              <a:off x="1771187" y="5284001"/>
              <a:ext cx="605811" cy="542940"/>
              <a:chOff x="1771187" y="5284001"/>
              <a:chExt cx="605811" cy="542940"/>
            </a:xfrm>
          </p:grpSpPr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488E9846-E349-7DD2-5EBB-B4855BBF0CDA}"/>
                  </a:ext>
                </a:extLst>
              </p:cNvPr>
              <p:cNvSpPr/>
              <p:nvPr/>
            </p:nvSpPr>
            <p:spPr>
              <a:xfrm>
                <a:off x="1771187" y="5284001"/>
                <a:ext cx="605811" cy="5429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37" name="Group 736">
                <a:extLst>
                  <a:ext uri="{FF2B5EF4-FFF2-40B4-BE49-F238E27FC236}">
                    <a16:creationId xmlns:a16="http://schemas.microsoft.com/office/drawing/2014/main" id="{6ECCB850-E1AF-9CC5-A14F-1E9D7B72DFE2}"/>
                  </a:ext>
                </a:extLst>
              </p:cNvPr>
              <p:cNvGrpSpPr/>
              <p:nvPr/>
            </p:nvGrpSpPr>
            <p:grpSpPr>
              <a:xfrm>
                <a:off x="1865592" y="5607901"/>
                <a:ext cx="417001" cy="218295"/>
                <a:chOff x="4321938" y="3373027"/>
                <a:chExt cx="417001" cy="218295"/>
              </a:xfrm>
            </p:grpSpPr>
            <p:grpSp>
              <p:nvGrpSpPr>
                <p:cNvPr id="738" name="Group 737">
                  <a:extLst>
                    <a:ext uri="{FF2B5EF4-FFF2-40B4-BE49-F238E27FC236}">
                      <a16:creationId xmlns:a16="http://schemas.microsoft.com/office/drawing/2014/main" id="{EF192AD0-937C-4EAA-1C4B-C915A586C1D9}"/>
                    </a:ext>
                  </a:extLst>
                </p:cNvPr>
                <p:cNvGrpSpPr/>
                <p:nvPr/>
              </p:nvGrpSpPr>
              <p:grpSpPr>
                <a:xfrm>
                  <a:off x="4321938" y="3373027"/>
                  <a:ext cx="275967" cy="218295"/>
                  <a:chOff x="1628378" y="2139165"/>
                  <a:chExt cx="275967" cy="218295"/>
                </a:xfrm>
              </p:grpSpPr>
              <p:sp>
                <p:nvSpPr>
                  <p:cNvPr id="742" name="TextBox 741">
                    <a:extLst>
                      <a:ext uri="{FF2B5EF4-FFF2-40B4-BE49-F238E27FC236}">
                        <a16:creationId xmlns:a16="http://schemas.microsoft.com/office/drawing/2014/main" id="{28164767-F92A-10C4-E13D-9166DB9A372B}"/>
                      </a:ext>
                    </a:extLst>
                  </p:cNvPr>
                  <p:cNvSpPr txBox="1"/>
                  <p:nvPr/>
                </p:nvSpPr>
                <p:spPr>
                  <a:xfrm>
                    <a:off x="1628378" y="2139165"/>
                    <a:ext cx="275967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/>
                      <a:t>+</a:t>
                    </a:r>
                  </a:p>
                </p:txBody>
              </p:sp>
              <p:cxnSp>
                <p:nvCxnSpPr>
                  <p:cNvPr id="743" name="Straight Connector 742">
                    <a:extLst>
                      <a:ext uri="{FF2B5EF4-FFF2-40B4-BE49-F238E27FC236}">
                        <a16:creationId xmlns:a16="http://schemas.microsoft.com/office/drawing/2014/main" id="{46982F43-019D-CC26-3BC7-E0FA0A16FD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6361" y="2295256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9" name="Group 738">
                  <a:extLst>
                    <a:ext uri="{FF2B5EF4-FFF2-40B4-BE49-F238E27FC236}">
                      <a16:creationId xmlns:a16="http://schemas.microsoft.com/office/drawing/2014/main" id="{D9D6D3D1-488B-A5D0-0F1A-678867FC2173}"/>
                    </a:ext>
                  </a:extLst>
                </p:cNvPr>
                <p:cNvGrpSpPr/>
                <p:nvPr/>
              </p:nvGrpSpPr>
              <p:grpSpPr>
                <a:xfrm>
                  <a:off x="4462972" y="3373027"/>
                  <a:ext cx="275967" cy="218295"/>
                  <a:chOff x="1628378" y="2139165"/>
                  <a:chExt cx="275967" cy="218295"/>
                </a:xfrm>
              </p:grpSpPr>
              <p:sp>
                <p:nvSpPr>
                  <p:cNvPr id="740" name="TextBox 739">
                    <a:extLst>
                      <a:ext uri="{FF2B5EF4-FFF2-40B4-BE49-F238E27FC236}">
                        <a16:creationId xmlns:a16="http://schemas.microsoft.com/office/drawing/2014/main" id="{314F929C-76E9-D0C3-0757-1EFB4C3057EA}"/>
                      </a:ext>
                    </a:extLst>
                  </p:cNvPr>
                  <p:cNvSpPr txBox="1"/>
                  <p:nvPr/>
                </p:nvSpPr>
                <p:spPr>
                  <a:xfrm>
                    <a:off x="1628378" y="2139165"/>
                    <a:ext cx="275967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/>
                      <a:t>-</a:t>
                    </a:r>
                  </a:p>
                </p:txBody>
              </p:sp>
              <p:cxnSp>
                <p:nvCxnSpPr>
                  <p:cNvPr id="741" name="Straight Connector 740">
                    <a:extLst>
                      <a:ext uri="{FF2B5EF4-FFF2-40B4-BE49-F238E27FC236}">
                        <a16:creationId xmlns:a16="http://schemas.microsoft.com/office/drawing/2014/main" id="{6C560A2C-ABC7-F420-E112-2DA3D1DE36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6361" y="2295256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796" name="Group 795">
            <a:extLst>
              <a:ext uri="{FF2B5EF4-FFF2-40B4-BE49-F238E27FC236}">
                <a16:creationId xmlns:a16="http://schemas.microsoft.com/office/drawing/2014/main" id="{D973ADFE-6272-FC50-6EDA-9E2F9D69D14F}"/>
              </a:ext>
            </a:extLst>
          </p:cNvPr>
          <p:cNvGrpSpPr/>
          <p:nvPr/>
        </p:nvGrpSpPr>
        <p:grpSpPr>
          <a:xfrm flipH="1">
            <a:off x="244999" y="5391668"/>
            <a:ext cx="648367" cy="605811"/>
            <a:chOff x="1686001" y="4314950"/>
            <a:chExt cx="648367" cy="605811"/>
          </a:xfrm>
        </p:grpSpPr>
        <p:sp>
          <p:nvSpPr>
            <p:cNvPr id="773" name="TextBox 772">
              <a:extLst>
                <a:ext uri="{FF2B5EF4-FFF2-40B4-BE49-F238E27FC236}">
                  <a16:creationId xmlns:a16="http://schemas.microsoft.com/office/drawing/2014/main" id="{F966C26B-9181-D2D0-2451-C0B086D9D767}"/>
                </a:ext>
              </a:extLst>
            </p:cNvPr>
            <p:cNvSpPr txBox="1"/>
            <p:nvPr/>
          </p:nvSpPr>
          <p:spPr>
            <a:xfrm>
              <a:off x="1686001" y="4323059"/>
              <a:ext cx="6483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Switch</a:t>
              </a:r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F828B9B6-DB1A-AB68-038A-17CB12ED337C}"/>
                </a:ext>
              </a:extLst>
            </p:cNvPr>
            <p:cNvSpPr/>
            <p:nvPr/>
          </p:nvSpPr>
          <p:spPr>
            <a:xfrm rot="5400000">
              <a:off x="1707280" y="4346386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4" name="Group 793">
              <a:extLst>
                <a:ext uri="{FF2B5EF4-FFF2-40B4-BE49-F238E27FC236}">
                  <a16:creationId xmlns:a16="http://schemas.microsoft.com/office/drawing/2014/main" id="{BF2B01BC-1517-5936-5437-3780CF42FBCC}"/>
                </a:ext>
              </a:extLst>
            </p:cNvPr>
            <p:cNvGrpSpPr/>
            <p:nvPr/>
          </p:nvGrpSpPr>
          <p:grpSpPr>
            <a:xfrm>
              <a:off x="1738715" y="4540987"/>
              <a:ext cx="299634" cy="348972"/>
              <a:chOff x="1738716" y="4453550"/>
              <a:chExt cx="299634" cy="348972"/>
            </a:xfrm>
          </p:grpSpPr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2A6118E3-80FF-B431-8806-5DE7E0C37ED0}"/>
                  </a:ext>
                </a:extLst>
              </p:cNvPr>
              <p:cNvGrpSpPr/>
              <p:nvPr/>
            </p:nvGrpSpPr>
            <p:grpSpPr>
              <a:xfrm>
                <a:off x="1738716" y="4453550"/>
                <a:ext cx="299634" cy="184666"/>
                <a:chOff x="2062373" y="4176551"/>
                <a:chExt cx="299634" cy="184666"/>
              </a:xfrm>
            </p:grpSpPr>
            <p:sp>
              <p:nvSpPr>
                <p:cNvPr id="786" name="TextBox 785">
                  <a:extLst>
                    <a:ext uri="{FF2B5EF4-FFF2-40B4-BE49-F238E27FC236}">
                      <a16:creationId xmlns:a16="http://schemas.microsoft.com/office/drawing/2014/main" id="{71B3E725-0D36-19D8-C762-3AA263505873}"/>
                    </a:ext>
                  </a:extLst>
                </p:cNvPr>
                <p:cNvSpPr txBox="1"/>
                <p:nvPr/>
              </p:nvSpPr>
              <p:spPr>
                <a:xfrm>
                  <a:off x="2062373" y="4176551"/>
                  <a:ext cx="299634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out</a:t>
                  </a:r>
                </a:p>
              </p:txBody>
            </p:sp>
            <p:cxnSp>
              <p:nvCxnSpPr>
                <p:cNvPr id="787" name="Straight Connector 786">
                  <a:extLst>
                    <a:ext uri="{FF2B5EF4-FFF2-40B4-BE49-F238E27FC236}">
                      <a16:creationId xmlns:a16="http://schemas.microsoft.com/office/drawing/2014/main" id="{F6C4DA88-1664-E058-A469-9C8A97B192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098719" y="423778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1" name="Group 790">
                <a:extLst>
                  <a:ext uri="{FF2B5EF4-FFF2-40B4-BE49-F238E27FC236}">
                    <a16:creationId xmlns:a16="http://schemas.microsoft.com/office/drawing/2014/main" id="{5C973838-EE8F-D0E7-20CA-B22F05CF8CCC}"/>
                  </a:ext>
                </a:extLst>
              </p:cNvPr>
              <p:cNvGrpSpPr/>
              <p:nvPr/>
            </p:nvGrpSpPr>
            <p:grpSpPr>
              <a:xfrm>
                <a:off x="1738716" y="4617856"/>
                <a:ext cx="299634" cy="184666"/>
                <a:chOff x="2062373" y="4176551"/>
                <a:chExt cx="299634" cy="184666"/>
              </a:xfrm>
            </p:grpSpPr>
            <p:sp>
              <p:nvSpPr>
                <p:cNvPr id="792" name="TextBox 791">
                  <a:extLst>
                    <a:ext uri="{FF2B5EF4-FFF2-40B4-BE49-F238E27FC236}">
                      <a16:creationId xmlns:a16="http://schemas.microsoft.com/office/drawing/2014/main" id="{E83124D0-17D1-C58D-936F-EDC9C3F359FD}"/>
                    </a:ext>
                  </a:extLst>
                </p:cNvPr>
                <p:cNvSpPr txBox="1"/>
                <p:nvPr/>
              </p:nvSpPr>
              <p:spPr>
                <a:xfrm>
                  <a:off x="2062373" y="4176551"/>
                  <a:ext cx="299634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in</a:t>
                  </a:r>
                </a:p>
              </p:txBody>
            </p:sp>
            <p:cxnSp>
              <p:nvCxnSpPr>
                <p:cNvPr id="793" name="Straight Connector 792">
                  <a:extLst>
                    <a:ext uri="{FF2B5EF4-FFF2-40B4-BE49-F238E27FC236}">
                      <a16:creationId xmlns:a16="http://schemas.microsoft.com/office/drawing/2014/main" id="{1A87CBA3-71FF-06D2-AFCD-A65B67FFE9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098719" y="4237782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798" name="Connector: Elbow 797">
            <a:extLst>
              <a:ext uri="{FF2B5EF4-FFF2-40B4-BE49-F238E27FC236}">
                <a16:creationId xmlns:a16="http://schemas.microsoft.com/office/drawing/2014/main" id="{4D3B8E5E-0F91-F56F-B53E-9D543E806DA7}"/>
              </a:ext>
            </a:extLst>
          </p:cNvPr>
          <p:cNvCxnSpPr>
            <a:cxnSpLocks/>
            <a:stCxn id="742" idx="2"/>
            <a:endCxn id="792" idx="1"/>
          </p:cNvCxnSpPr>
          <p:nvPr/>
        </p:nvCxnSpPr>
        <p:spPr>
          <a:xfrm rot="16200000" flipV="1">
            <a:off x="866793" y="5848203"/>
            <a:ext cx="344866" cy="397148"/>
          </a:xfrm>
          <a:prstGeom prst="bentConnector2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: Elbow 804">
            <a:extLst>
              <a:ext uri="{FF2B5EF4-FFF2-40B4-BE49-F238E27FC236}">
                <a16:creationId xmlns:a16="http://schemas.microsoft.com/office/drawing/2014/main" id="{26A0A3AB-5B0C-23EA-0432-00E533F61C95}"/>
              </a:ext>
            </a:extLst>
          </p:cNvPr>
          <p:cNvCxnSpPr>
            <a:cxnSpLocks/>
            <a:stCxn id="886" idx="2"/>
            <a:endCxn id="786" idx="1"/>
          </p:cNvCxnSpPr>
          <p:nvPr/>
        </p:nvCxnSpPr>
        <p:spPr>
          <a:xfrm>
            <a:off x="838733" y="4634390"/>
            <a:ext cx="1919" cy="1075648"/>
          </a:xfrm>
          <a:prstGeom prst="bentConnector3">
            <a:avLst>
              <a:gd name="adj1" fmla="val 12012454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8" name="Group 887">
            <a:extLst>
              <a:ext uri="{FF2B5EF4-FFF2-40B4-BE49-F238E27FC236}">
                <a16:creationId xmlns:a16="http://schemas.microsoft.com/office/drawing/2014/main" id="{FA6B5EA2-3CB7-E4EE-05B2-8EDEE1F23E51}"/>
              </a:ext>
            </a:extLst>
          </p:cNvPr>
          <p:cNvGrpSpPr/>
          <p:nvPr/>
        </p:nvGrpSpPr>
        <p:grpSpPr>
          <a:xfrm rot="16200000" flipH="1">
            <a:off x="-35171" y="4118446"/>
            <a:ext cx="1208708" cy="542941"/>
            <a:chOff x="1692494" y="2736950"/>
            <a:chExt cx="1208708" cy="542940"/>
          </a:xfrm>
        </p:grpSpPr>
        <p:sp>
          <p:nvSpPr>
            <p:cNvPr id="809" name="Rectangle 808">
              <a:extLst>
                <a:ext uri="{FF2B5EF4-FFF2-40B4-BE49-F238E27FC236}">
                  <a16:creationId xmlns:a16="http://schemas.microsoft.com/office/drawing/2014/main" id="{209D4E10-9EF7-DA4F-7B75-5625873EE60A}"/>
                </a:ext>
              </a:extLst>
            </p:cNvPr>
            <p:cNvSpPr/>
            <p:nvPr/>
          </p:nvSpPr>
          <p:spPr>
            <a:xfrm>
              <a:off x="1692494" y="2736950"/>
              <a:ext cx="1208707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TextBox 809">
              <a:extLst>
                <a:ext uri="{FF2B5EF4-FFF2-40B4-BE49-F238E27FC236}">
                  <a16:creationId xmlns:a16="http://schemas.microsoft.com/office/drawing/2014/main" id="{20FD7988-1CB4-711D-CD0A-1E7DE16B7DE1}"/>
                </a:ext>
              </a:extLst>
            </p:cNvPr>
            <p:cNvSpPr txBox="1"/>
            <p:nvPr/>
          </p:nvSpPr>
          <p:spPr>
            <a:xfrm>
              <a:off x="1692496" y="2742705"/>
              <a:ext cx="12087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Power Distribution (+24)</a:t>
              </a:r>
            </a:p>
          </p:txBody>
        </p:sp>
        <p:grpSp>
          <p:nvGrpSpPr>
            <p:cNvPr id="887" name="Group 886">
              <a:extLst>
                <a:ext uri="{FF2B5EF4-FFF2-40B4-BE49-F238E27FC236}">
                  <a16:creationId xmlns:a16="http://schemas.microsoft.com/office/drawing/2014/main" id="{F2CE444E-FBDA-B449-3A5C-44759B66040B}"/>
                </a:ext>
              </a:extLst>
            </p:cNvPr>
            <p:cNvGrpSpPr/>
            <p:nvPr/>
          </p:nvGrpSpPr>
          <p:grpSpPr>
            <a:xfrm>
              <a:off x="1971299" y="3093303"/>
              <a:ext cx="627027" cy="184666"/>
              <a:chOff x="1771944" y="3549735"/>
              <a:chExt cx="627027" cy="184666"/>
            </a:xfrm>
          </p:grpSpPr>
          <p:grpSp>
            <p:nvGrpSpPr>
              <p:cNvPr id="858" name="Group 857">
                <a:extLst>
                  <a:ext uri="{FF2B5EF4-FFF2-40B4-BE49-F238E27FC236}">
                    <a16:creationId xmlns:a16="http://schemas.microsoft.com/office/drawing/2014/main" id="{DC85ACDD-4375-B987-74FA-7806A0E4E885}"/>
                  </a:ext>
                </a:extLst>
              </p:cNvPr>
              <p:cNvGrpSpPr/>
              <p:nvPr/>
            </p:nvGrpSpPr>
            <p:grpSpPr>
              <a:xfrm>
                <a:off x="1771944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22" name="Straight Connector 821">
                  <a:extLst>
                    <a:ext uri="{FF2B5EF4-FFF2-40B4-BE49-F238E27FC236}">
                      <a16:creationId xmlns:a16="http://schemas.microsoft.com/office/drawing/2014/main" id="{1F497ECA-4EFE-32B3-4EC3-CB75B58C80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7" name="TextBox 856">
                  <a:extLst>
                    <a:ext uri="{FF2B5EF4-FFF2-40B4-BE49-F238E27FC236}">
                      <a16:creationId xmlns:a16="http://schemas.microsoft.com/office/drawing/2014/main" id="{3A978B2B-D941-EDE8-C980-61A9F10F36C9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859" name="Group 858">
                <a:extLst>
                  <a:ext uri="{FF2B5EF4-FFF2-40B4-BE49-F238E27FC236}">
                    <a16:creationId xmlns:a16="http://schemas.microsoft.com/office/drawing/2014/main" id="{B1609851-EA79-4F79-5B57-7DE14C663D3D}"/>
                  </a:ext>
                </a:extLst>
              </p:cNvPr>
              <p:cNvGrpSpPr/>
              <p:nvPr/>
            </p:nvGrpSpPr>
            <p:grpSpPr>
              <a:xfrm>
                <a:off x="1845233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60" name="Straight Connector 859">
                  <a:extLst>
                    <a:ext uri="{FF2B5EF4-FFF2-40B4-BE49-F238E27FC236}">
                      <a16:creationId xmlns:a16="http://schemas.microsoft.com/office/drawing/2014/main" id="{7EAD1A81-4CFE-7B6A-74E4-6258FA0C90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1" name="TextBox 860">
                  <a:extLst>
                    <a:ext uri="{FF2B5EF4-FFF2-40B4-BE49-F238E27FC236}">
                      <a16:creationId xmlns:a16="http://schemas.microsoft.com/office/drawing/2014/main" id="{BF0105EC-EB95-776A-579D-021D0EB57C3F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869" name="Group 868">
                <a:extLst>
                  <a:ext uri="{FF2B5EF4-FFF2-40B4-BE49-F238E27FC236}">
                    <a16:creationId xmlns:a16="http://schemas.microsoft.com/office/drawing/2014/main" id="{EA4399FA-DA26-5577-24A4-681E866B3FED}"/>
                  </a:ext>
                </a:extLst>
              </p:cNvPr>
              <p:cNvGrpSpPr/>
              <p:nvPr/>
            </p:nvGrpSpPr>
            <p:grpSpPr>
              <a:xfrm>
                <a:off x="1918522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70" name="Straight Connector 869">
                  <a:extLst>
                    <a:ext uri="{FF2B5EF4-FFF2-40B4-BE49-F238E27FC236}">
                      <a16:creationId xmlns:a16="http://schemas.microsoft.com/office/drawing/2014/main" id="{60B3F409-D132-62F2-B58D-17D0A621EC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7BF349A8-1DD9-164D-8DC4-FB538B38E1F4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872" name="Group 871">
                <a:extLst>
                  <a:ext uri="{FF2B5EF4-FFF2-40B4-BE49-F238E27FC236}">
                    <a16:creationId xmlns:a16="http://schemas.microsoft.com/office/drawing/2014/main" id="{3D84DE1B-BD8A-7F10-61D4-C6C31340C0DC}"/>
                  </a:ext>
                </a:extLst>
              </p:cNvPr>
              <p:cNvGrpSpPr/>
              <p:nvPr/>
            </p:nvGrpSpPr>
            <p:grpSpPr>
              <a:xfrm>
                <a:off x="1991811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73" name="Straight Connector 872">
                  <a:extLst>
                    <a:ext uri="{FF2B5EF4-FFF2-40B4-BE49-F238E27FC236}">
                      <a16:creationId xmlns:a16="http://schemas.microsoft.com/office/drawing/2014/main" id="{5B16EE0F-7DA3-3055-82A5-096D9BE315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12204148-2AFE-5C29-12FC-CE34061D3707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875" name="Group 874">
                <a:extLst>
                  <a:ext uri="{FF2B5EF4-FFF2-40B4-BE49-F238E27FC236}">
                    <a16:creationId xmlns:a16="http://schemas.microsoft.com/office/drawing/2014/main" id="{FF415237-71F2-E867-7FA8-C042D9445804}"/>
                  </a:ext>
                </a:extLst>
              </p:cNvPr>
              <p:cNvGrpSpPr/>
              <p:nvPr/>
            </p:nvGrpSpPr>
            <p:grpSpPr>
              <a:xfrm>
                <a:off x="2065100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76" name="Straight Connector 875">
                  <a:extLst>
                    <a:ext uri="{FF2B5EF4-FFF2-40B4-BE49-F238E27FC236}">
                      <a16:creationId xmlns:a16="http://schemas.microsoft.com/office/drawing/2014/main" id="{BDF6B2C7-C20A-7CE9-44A4-FE472B503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77" name="TextBox 876">
                  <a:extLst>
                    <a:ext uri="{FF2B5EF4-FFF2-40B4-BE49-F238E27FC236}">
                      <a16:creationId xmlns:a16="http://schemas.microsoft.com/office/drawing/2014/main" id="{5A17CB3A-66B9-8207-EAE3-AA40D35B6396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878" name="Group 877">
                <a:extLst>
                  <a:ext uri="{FF2B5EF4-FFF2-40B4-BE49-F238E27FC236}">
                    <a16:creationId xmlns:a16="http://schemas.microsoft.com/office/drawing/2014/main" id="{FD321B21-F406-9C2D-1D07-225D6A54DBF4}"/>
                  </a:ext>
                </a:extLst>
              </p:cNvPr>
              <p:cNvGrpSpPr/>
              <p:nvPr/>
            </p:nvGrpSpPr>
            <p:grpSpPr>
              <a:xfrm>
                <a:off x="2138389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79" name="Straight Connector 878">
                  <a:extLst>
                    <a:ext uri="{FF2B5EF4-FFF2-40B4-BE49-F238E27FC236}">
                      <a16:creationId xmlns:a16="http://schemas.microsoft.com/office/drawing/2014/main" id="{A4C88B32-B7CF-725C-E40F-9672B1EB03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0" name="TextBox 879">
                  <a:extLst>
                    <a:ext uri="{FF2B5EF4-FFF2-40B4-BE49-F238E27FC236}">
                      <a16:creationId xmlns:a16="http://schemas.microsoft.com/office/drawing/2014/main" id="{FEE9A9B6-5F01-99B4-306B-37AE8E5EC6E5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881" name="Group 880">
                <a:extLst>
                  <a:ext uri="{FF2B5EF4-FFF2-40B4-BE49-F238E27FC236}">
                    <a16:creationId xmlns:a16="http://schemas.microsoft.com/office/drawing/2014/main" id="{F637E04E-11CB-7261-498D-931C4D686052}"/>
                  </a:ext>
                </a:extLst>
              </p:cNvPr>
              <p:cNvGrpSpPr/>
              <p:nvPr/>
            </p:nvGrpSpPr>
            <p:grpSpPr>
              <a:xfrm>
                <a:off x="2211678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82" name="Straight Connector 881">
                  <a:extLst>
                    <a:ext uri="{FF2B5EF4-FFF2-40B4-BE49-F238E27FC236}">
                      <a16:creationId xmlns:a16="http://schemas.microsoft.com/office/drawing/2014/main" id="{378875FD-E4A7-94C3-1CC8-DB239DA597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3" name="TextBox 882">
                  <a:extLst>
                    <a:ext uri="{FF2B5EF4-FFF2-40B4-BE49-F238E27FC236}">
                      <a16:creationId xmlns:a16="http://schemas.microsoft.com/office/drawing/2014/main" id="{ACAF6FAA-EF76-AB50-52C6-418B0BBA13B2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884" name="Group 883">
                <a:extLst>
                  <a:ext uri="{FF2B5EF4-FFF2-40B4-BE49-F238E27FC236}">
                    <a16:creationId xmlns:a16="http://schemas.microsoft.com/office/drawing/2014/main" id="{748FE197-EDB8-19E0-A840-BCED77BF6A21}"/>
                  </a:ext>
                </a:extLst>
              </p:cNvPr>
              <p:cNvGrpSpPr/>
              <p:nvPr/>
            </p:nvGrpSpPr>
            <p:grpSpPr>
              <a:xfrm>
                <a:off x="2284966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885" name="Straight Connector 884">
                  <a:extLst>
                    <a:ext uri="{FF2B5EF4-FFF2-40B4-BE49-F238E27FC236}">
                      <a16:creationId xmlns:a16="http://schemas.microsoft.com/office/drawing/2014/main" id="{EE283490-2B3E-E118-EC35-1C467A04D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D11B1367-EA3E-A2D9-A0BA-B22302FFDE25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</p:grpSp>
      </p:grpSp>
      <p:grpSp>
        <p:nvGrpSpPr>
          <p:cNvPr id="901" name="Group 900">
            <a:extLst>
              <a:ext uri="{FF2B5EF4-FFF2-40B4-BE49-F238E27FC236}">
                <a16:creationId xmlns:a16="http://schemas.microsoft.com/office/drawing/2014/main" id="{A40FF7F0-84C8-6059-D60A-8FABEC190A7B}"/>
              </a:ext>
            </a:extLst>
          </p:cNvPr>
          <p:cNvGrpSpPr/>
          <p:nvPr/>
        </p:nvGrpSpPr>
        <p:grpSpPr>
          <a:xfrm rot="5400000" flipH="1">
            <a:off x="1716902" y="4118444"/>
            <a:ext cx="1208707" cy="542941"/>
            <a:chOff x="1692494" y="2736950"/>
            <a:chExt cx="1208707" cy="542940"/>
          </a:xfrm>
        </p:grpSpPr>
        <p:sp>
          <p:nvSpPr>
            <p:cNvPr id="902" name="Rectangle 901">
              <a:extLst>
                <a:ext uri="{FF2B5EF4-FFF2-40B4-BE49-F238E27FC236}">
                  <a16:creationId xmlns:a16="http://schemas.microsoft.com/office/drawing/2014/main" id="{F9FF7530-7303-4D2D-A31C-F23218D6023C}"/>
                </a:ext>
              </a:extLst>
            </p:cNvPr>
            <p:cNvSpPr/>
            <p:nvPr/>
          </p:nvSpPr>
          <p:spPr>
            <a:xfrm>
              <a:off x="1692494" y="2736950"/>
              <a:ext cx="1208707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3" name="TextBox 902">
              <a:extLst>
                <a:ext uri="{FF2B5EF4-FFF2-40B4-BE49-F238E27FC236}">
                  <a16:creationId xmlns:a16="http://schemas.microsoft.com/office/drawing/2014/main" id="{BC5A35BD-0CB3-064E-566D-61CD1E543EC0}"/>
                </a:ext>
              </a:extLst>
            </p:cNvPr>
            <p:cNvSpPr txBox="1"/>
            <p:nvPr/>
          </p:nvSpPr>
          <p:spPr>
            <a:xfrm>
              <a:off x="1692495" y="2742706"/>
              <a:ext cx="120870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Power Distribution (-24)</a:t>
              </a:r>
            </a:p>
          </p:txBody>
        </p:sp>
        <p:grpSp>
          <p:nvGrpSpPr>
            <p:cNvPr id="904" name="Group 903">
              <a:extLst>
                <a:ext uri="{FF2B5EF4-FFF2-40B4-BE49-F238E27FC236}">
                  <a16:creationId xmlns:a16="http://schemas.microsoft.com/office/drawing/2014/main" id="{89A568CE-328C-13D1-9802-6F36562235FD}"/>
                </a:ext>
              </a:extLst>
            </p:cNvPr>
            <p:cNvGrpSpPr/>
            <p:nvPr/>
          </p:nvGrpSpPr>
          <p:grpSpPr>
            <a:xfrm>
              <a:off x="1971299" y="3093303"/>
              <a:ext cx="627027" cy="184666"/>
              <a:chOff x="1771944" y="3549735"/>
              <a:chExt cx="627027" cy="184666"/>
            </a:xfrm>
          </p:grpSpPr>
          <p:grpSp>
            <p:nvGrpSpPr>
              <p:cNvPr id="905" name="Group 904">
                <a:extLst>
                  <a:ext uri="{FF2B5EF4-FFF2-40B4-BE49-F238E27FC236}">
                    <a16:creationId xmlns:a16="http://schemas.microsoft.com/office/drawing/2014/main" id="{53567EFD-2167-26CF-A16D-D89CBF3D6B10}"/>
                  </a:ext>
                </a:extLst>
              </p:cNvPr>
              <p:cNvGrpSpPr/>
              <p:nvPr/>
            </p:nvGrpSpPr>
            <p:grpSpPr>
              <a:xfrm>
                <a:off x="1771944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27" name="Straight Connector 926">
                  <a:extLst>
                    <a:ext uri="{FF2B5EF4-FFF2-40B4-BE49-F238E27FC236}">
                      <a16:creationId xmlns:a16="http://schemas.microsoft.com/office/drawing/2014/main" id="{42B2E3D3-C895-A03D-3B04-99D3B10919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8" name="TextBox 927">
                  <a:extLst>
                    <a:ext uri="{FF2B5EF4-FFF2-40B4-BE49-F238E27FC236}">
                      <a16:creationId xmlns:a16="http://schemas.microsoft.com/office/drawing/2014/main" id="{8F055BBC-8586-67B9-50FF-EA845E818DD1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906" name="Group 905">
                <a:extLst>
                  <a:ext uri="{FF2B5EF4-FFF2-40B4-BE49-F238E27FC236}">
                    <a16:creationId xmlns:a16="http://schemas.microsoft.com/office/drawing/2014/main" id="{3B9DB7FC-DE47-6D75-1DAB-1B2BBE4A0129}"/>
                  </a:ext>
                </a:extLst>
              </p:cNvPr>
              <p:cNvGrpSpPr/>
              <p:nvPr/>
            </p:nvGrpSpPr>
            <p:grpSpPr>
              <a:xfrm>
                <a:off x="1845233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25" name="Straight Connector 924">
                  <a:extLst>
                    <a:ext uri="{FF2B5EF4-FFF2-40B4-BE49-F238E27FC236}">
                      <a16:creationId xmlns:a16="http://schemas.microsoft.com/office/drawing/2014/main" id="{52A0F67E-41FC-9DB8-0280-25E31C19F2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6" name="TextBox 925">
                  <a:extLst>
                    <a:ext uri="{FF2B5EF4-FFF2-40B4-BE49-F238E27FC236}">
                      <a16:creationId xmlns:a16="http://schemas.microsoft.com/office/drawing/2014/main" id="{BDC798D7-E72F-A094-A90C-40AEEFC57D5D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907" name="Group 906">
                <a:extLst>
                  <a:ext uri="{FF2B5EF4-FFF2-40B4-BE49-F238E27FC236}">
                    <a16:creationId xmlns:a16="http://schemas.microsoft.com/office/drawing/2014/main" id="{32347F50-9D69-5A9B-761A-8FFCA9417B03}"/>
                  </a:ext>
                </a:extLst>
              </p:cNvPr>
              <p:cNvGrpSpPr/>
              <p:nvPr/>
            </p:nvGrpSpPr>
            <p:grpSpPr>
              <a:xfrm>
                <a:off x="1918522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23" name="Straight Connector 922">
                  <a:extLst>
                    <a:ext uri="{FF2B5EF4-FFF2-40B4-BE49-F238E27FC236}">
                      <a16:creationId xmlns:a16="http://schemas.microsoft.com/office/drawing/2014/main" id="{700DA584-BDB8-1AD5-85C3-665880CEB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4" name="TextBox 923">
                  <a:extLst>
                    <a:ext uri="{FF2B5EF4-FFF2-40B4-BE49-F238E27FC236}">
                      <a16:creationId xmlns:a16="http://schemas.microsoft.com/office/drawing/2014/main" id="{55EE05E5-F905-AE2C-A0D4-A0398C974257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908" name="Group 907">
                <a:extLst>
                  <a:ext uri="{FF2B5EF4-FFF2-40B4-BE49-F238E27FC236}">
                    <a16:creationId xmlns:a16="http://schemas.microsoft.com/office/drawing/2014/main" id="{45D3E669-8C54-EB9E-561C-D1FB50423D4B}"/>
                  </a:ext>
                </a:extLst>
              </p:cNvPr>
              <p:cNvGrpSpPr/>
              <p:nvPr/>
            </p:nvGrpSpPr>
            <p:grpSpPr>
              <a:xfrm>
                <a:off x="1991811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21" name="Straight Connector 920">
                  <a:extLst>
                    <a:ext uri="{FF2B5EF4-FFF2-40B4-BE49-F238E27FC236}">
                      <a16:creationId xmlns:a16="http://schemas.microsoft.com/office/drawing/2014/main" id="{3B4A67F9-05D1-67E9-D199-712C6B077C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2" name="TextBox 921">
                  <a:extLst>
                    <a:ext uri="{FF2B5EF4-FFF2-40B4-BE49-F238E27FC236}">
                      <a16:creationId xmlns:a16="http://schemas.microsoft.com/office/drawing/2014/main" id="{03A224BF-6E29-3994-832D-30DECE6636F9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909" name="Group 908">
                <a:extLst>
                  <a:ext uri="{FF2B5EF4-FFF2-40B4-BE49-F238E27FC236}">
                    <a16:creationId xmlns:a16="http://schemas.microsoft.com/office/drawing/2014/main" id="{F9BEC66B-CB92-ED43-2EDE-FA359F0CE3BE}"/>
                  </a:ext>
                </a:extLst>
              </p:cNvPr>
              <p:cNvGrpSpPr/>
              <p:nvPr/>
            </p:nvGrpSpPr>
            <p:grpSpPr>
              <a:xfrm>
                <a:off x="2065100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19" name="Straight Connector 918">
                  <a:extLst>
                    <a:ext uri="{FF2B5EF4-FFF2-40B4-BE49-F238E27FC236}">
                      <a16:creationId xmlns:a16="http://schemas.microsoft.com/office/drawing/2014/main" id="{889577DF-07EB-48B3-9DDE-90C29888BB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0" name="TextBox 919">
                  <a:extLst>
                    <a:ext uri="{FF2B5EF4-FFF2-40B4-BE49-F238E27FC236}">
                      <a16:creationId xmlns:a16="http://schemas.microsoft.com/office/drawing/2014/main" id="{03066703-9DCE-BD8F-9559-BEC2B2FCAFCD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910" name="Group 909">
                <a:extLst>
                  <a:ext uri="{FF2B5EF4-FFF2-40B4-BE49-F238E27FC236}">
                    <a16:creationId xmlns:a16="http://schemas.microsoft.com/office/drawing/2014/main" id="{8BEC2BA1-EFA6-A6E1-EFAF-D3BFAC08775A}"/>
                  </a:ext>
                </a:extLst>
              </p:cNvPr>
              <p:cNvGrpSpPr/>
              <p:nvPr/>
            </p:nvGrpSpPr>
            <p:grpSpPr>
              <a:xfrm>
                <a:off x="2138389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17" name="Straight Connector 916">
                  <a:extLst>
                    <a:ext uri="{FF2B5EF4-FFF2-40B4-BE49-F238E27FC236}">
                      <a16:creationId xmlns:a16="http://schemas.microsoft.com/office/drawing/2014/main" id="{5309683A-AC44-BFE5-84AA-4318C860C5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8" name="TextBox 917">
                  <a:extLst>
                    <a:ext uri="{FF2B5EF4-FFF2-40B4-BE49-F238E27FC236}">
                      <a16:creationId xmlns:a16="http://schemas.microsoft.com/office/drawing/2014/main" id="{43CBCB72-ED70-D04B-ABEC-A99EE3793F59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911" name="Group 910">
                <a:extLst>
                  <a:ext uri="{FF2B5EF4-FFF2-40B4-BE49-F238E27FC236}">
                    <a16:creationId xmlns:a16="http://schemas.microsoft.com/office/drawing/2014/main" id="{9309111B-582F-4130-6782-2730E92D454C}"/>
                  </a:ext>
                </a:extLst>
              </p:cNvPr>
              <p:cNvGrpSpPr/>
              <p:nvPr/>
            </p:nvGrpSpPr>
            <p:grpSpPr>
              <a:xfrm>
                <a:off x="2211678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15" name="Straight Connector 914">
                  <a:extLst>
                    <a:ext uri="{FF2B5EF4-FFF2-40B4-BE49-F238E27FC236}">
                      <a16:creationId xmlns:a16="http://schemas.microsoft.com/office/drawing/2014/main" id="{659289D0-A98A-FDFA-E230-E36777F613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6" name="TextBox 915">
                  <a:extLst>
                    <a:ext uri="{FF2B5EF4-FFF2-40B4-BE49-F238E27FC236}">
                      <a16:creationId xmlns:a16="http://schemas.microsoft.com/office/drawing/2014/main" id="{02A31611-87D6-C6CA-06E3-529637A7F0F7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  <p:grpSp>
            <p:nvGrpSpPr>
              <p:cNvPr id="912" name="Group 911">
                <a:extLst>
                  <a:ext uri="{FF2B5EF4-FFF2-40B4-BE49-F238E27FC236}">
                    <a16:creationId xmlns:a16="http://schemas.microsoft.com/office/drawing/2014/main" id="{3BBEEB01-753D-9A7A-A28D-0F960C5A95F1}"/>
                  </a:ext>
                </a:extLst>
              </p:cNvPr>
              <p:cNvGrpSpPr/>
              <p:nvPr/>
            </p:nvGrpSpPr>
            <p:grpSpPr>
              <a:xfrm>
                <a:off x="2284966" y="3549735"/>
                <a:ext cx="114005" cy="184666"/>
                <a:chOff x="1771944" y="3549735"/>
                <a:chExt cx="114005" cy="184666"/>
              </a:xfrm>
            </p:grpSpPr>
            <p:cxnSp>
              <p:nvCxnSpPr>
                <p:cNvPr id="913" name="Straight Connector 912">
                  <a:extLst>
                    <a:ext uri="{FF2B5EF4-FFF2-40B4-BE49-F238E27FC236}">
                      <a16:creationId xmlns:a16="http://schemas.microsoft.com/office/drawing/2014/main" id="{2A5FD613-4266-995D-BBDB-2B5A963631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8947" y="3672197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4" name="TextBox 913">
                  <a:extLst>
                    <a:ext uri="{FF2B5EF4-FFF2-40B4-BE49-F238E27FC236}">
                      <a16:creationId xmlns:a16="http://schemas.microsoft.com/office/drawing/2014/main" id="{9346964B-CD98-FB3D-B8DA-7B4D786049B3}"/>
                    </a:ext>
                  </a:extLst>
                </p:cNvPr>
                <p:cNvSpPr txBox="1"/>
                <p:nvPr/>
              </p:nvSpPr>
              <p:spPr>
                <a:xfrm>
                  <a:off x="1771944" y="3549735"/>
                  <a:ext cx="11400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600"/>
                </a:p>
              </p:txBody>
            </p:sp>
          </p:grpSp>
        </p:grpSp>
      </p:grpSp>
      <p:cxnSp>
        <p:nvCxnSpPr>
          <p:cNvPr id="929" name="Connector: Elbow 928">
            <a:extLst>
              <a:ext uri="{FF2B5EF4-FFF2-40B4-BE49-F238E27FC236}">
                <a16:creationId xmlns:a16="http://schemas.microsoft.com/office/drawing/2014/main" id="{3D2623AE-83C7-A0B4-496B-92F53B1AFE43}"/>
              </a:ext>
            </a:extLst>
          </p:cNvPr>
          <p:cNvCxnSpPr>
            <a:cxnSpLocks/>
            <a:stCxn id="740" idx="2"/>
            <a:endCxn id="928" idx="2"/>
          </p:cNvCxnSpPr>
          <p:nvPr/>
        </p:nvCxnSpPr>
        <p:spPr>
          <a:xfrm rot="5400000" flipH="1" flipV="1">
            <a:off x="934895" y="5102399"/>
            <a:ext cx="1560751" cy="67287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: Elbow 974">
            <a:extLst>
              <a:ext uri="{FF2B5EF4-FFF2-40B4-BE49-F238E27FC236}">
                <a16:creationId xmlns:a16="http://schemas.microsoft.com/office/drawing/2014/main" id="{E859ADAA-01B0-1DCF-467A-BF5221DF1229}"/>
              </a:ext>
            </a:extLst>
          </p:cNvPr>
          <p:cNvCxnSpPr>
            <a:cxnSpLocks/>
            <a:stCxn id="852" idx="2"/>
            <a:endCxn id="857" idx="2"/>
          </p:cNvCxnSpPr>
          <p:nvPr/>
        </p:nvCxnSpPr>
        <p:spPr>
          <a:xfrm>
            <a:off x="825625" y="2648845"/>
            <a:ext cx="13108" cy="1472526"/>
          </a:xfrm>
          <a:prstGeom prst="bentConnector3">
            <a:avLst>
              <a:gd name="adj1" fmla="val 694385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9EB70F37-8AAB-7905-D38E-C0752085E163}"/>
              </a:ext>
            </a:extLst>
          </p:cNvPr>
          <p:cNvCxnSpPr>
            <a:cxnSpLocks/>
            <a:stCxn id="672" idx="2"/>
            <a:endCxn id="861" idx="2"/>
          </p:cNvCxnSpPr>
          <p:nvPr/>
        </p:nvCxnSpPr>
        <p:spPr>
          <a:xfrm>
            <a:off x="805103" y="1663157"/>
            <a:ext cx="33630" cy="2531500"/>
          </a:xfrm>
          <a:prstGeom prst="bentConnector3">
            <a:avLst>
              <a:gd name="adj1" fmla="val 865433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: Elbow 982">
            <a:extLst>
              <a:ext uri="{FF2B5EF4-FFF2-40B4-BE49-F238E27FC236}">
                <a16:creationId xmlns:a16="http://schemas.microsoft.com/office/drawing/2014/main" id="{B76214C8-DC8C-3EA1-4AE2-81DE9EB9067F}"/>
              </a:ext>
            </a:extLst>
          </p:cNvPr>
          <p:cNvCxnSpPr>
            <a:cxnSpLocks/>
            <a:stCxn id="850" idx="2"/>
            <a:endCxn id="914" idx="2"/>
          </p:cNvCxnSpPr>
          <p:nvPr/>
        </p:nvCxnSpPr>
        <p:spPr>
          <a:xfrm>
            <a:off x="825625" y="2486503"/>
            <a:ext cx="1226082" cy="1658935"/>
          </a:xfrm>
          <a:prstGeom prst="bentConnector3">
            <a:avLst>
              <a:gd name="adj1" fmla="val 1115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B672B157-9D4A-D490-CC5B-0C3F99CBF27B}"/>
              </a:ext>
            </a:extLst>
          </p:cNvPr>
          <p:cNvCxnSpPr>
            <a:cxnSpLocks/>
            <a:stCxn id="686" idx="2"/>
            <a:endCxn id="916" idx="2"/>
          </p:cNvCxnSpPr>
          <p:nvPr/>
        </p:nvCxnSpPr>
        <p:spPr>
          <a:xfrm>
            <a:off x="805103" y="1500815"/>
            <a:ext cx="1246604" cy="2717910"/>
          </a:xfrm>
          <a:prstGeom prst="bentConnector3">
            <a:avLst>
              <a:gd name="adj1" fmla="val 26314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80DCAC85-A259-8C18-AB63-A67E7930C0E4}"/>
              </a:ext>
            </a:extLst>
          </p:cNvPr>
          <p:cNvGrpSpPr/>
          <p:nvPr/>
        </p:nvGrpSpPr>
        <p:grpSpPr>
          <a:xfrm>
            <a:off x="3516497" y="4124877"/>
            <a:ext cx="1286274" cy="2265665"/>
            <a:chOff x="3569837" y="3982396"/>
            <a:chExt cx="1286274" cy="2265665"/>
          </a:xfrm>
        </p:grpSpPr>
        <p:grpSp>
          <p:nvGrpSpPr>
            <p:cNvPr id="1000" name="Group 999">
              <a:extLst>
                <a:ext uri="{FF2B5EF4-FFF2-40B4-BE49-F238E27FC236}">
                  <a16:creationId xmlns:a16="http://schemas.microsoft.com/office/drawing/2014/main" id="{72A4A736-9CCA-B1C0-3ED6-7BB5CFAD7D92}"/>
                </a:ext>
              </a:extLst>
            </p:cNvPr>
            <p:cNvGrpSpPr/>
            <p:nvPr/>
          </p:nvGrpSpPr>
          <p:grpSpPr>
            <a:xfrm>
              <a:off x="3569837" y="3982396"/>
              <a:ext cx="1286274" cy="2265665"/>
              <a:chOff x="3814228" y="3914327"/>
              <a:chExt cx="1286274" cy="2265665"/>
            </a:xfrm>
          </p:grpSpPr>
          <p:grpSp>
            <p:nvGrpSpPr>
              <p:cNvPr id="999" name="Group 998">
                <a:extLst>
                  <a:ext uri="{FF2B5EF4-FFF2-40B4-BE49-F238E27FC236}">
                    <a16:creationId xmlns:a16="http://schemas.microsoft.com/office/drawing/2014/main" id="{56FB18A9-3F15-534B-53F9-AB202DD2BA6A}"/>
                  </a:ext>
                </a:extLst>
              </p:cNvPr>
              <p:cNvGrpSpPr/>
              <p:nvPr/>
            </p:nvGrpSpPr>
            <p:grpSpPr>
              <a:xfrm>
                <a:off x="3814228" y="3914327"/>
                <a:ext cx="1286274" cy="1331937"/>
                <a:chOff x="3814228" y="3914327"/>
                <a:chExt cx="1286274" cy="1331937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D88C311-9B6E-A6E7-B0B8-1109AFB5BEAB}"/>
                    </a:ext>
                  </a:extLst>
                </p:cNvPr>
                <p:cNvSpPr/>
                <p:nvPr/>
              </p:nvSpPr>
              <p:spPr>
                <a:xfrm>
                  <a:off x="3814228" y="3916562"/>
                  <a:ext cx="1286274" cy="1227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BABB29E-774C-BE65-3CF5-C8BC03C21C2B}"/>
                    </a:ext>
                  </a:extLst>
                </p:cNvPr>
                <p:cNvSpPr txBox="1"/>
                <p:nvPr/>
              </p:nvSpPr>
              <p:spPr>
                <a:xfrm>
                  <a:off x="4176272" y="4407038"/>
                  <a:ext cx="5526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Odrive S1</a:t>
                  </a: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6C321DF2-A47B-906C-57DF-6CD25894F3CA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4027788" y="3914327"/>
                  <a:ext cx="858838" cy="352139"/>
                  <a:chOff x="1569243" y="1090899"/>
                  <a:chExt cx="858837" cy="352139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FB94E951-A2F0-C76F-4916-01FC75280860}"/>
                      </a:ext>
                    </a:extLst>
                  </p:cNvPr>
                  <p:cNvGrpSpPr/>
                  <p:nvPr/>
                </p:nvGrpSpPr>
                <p:grpSpPr>
                  <a:xfrm>
                    <a:off x="1569243" y="1090899"/>
                    <a:ext cx="395287" cy="352139"/>
                    <a:chOff x="1195584" y="1090899"/>
                    <a:chExt cx="395287" cy="352139"/>
                  </a:xfrm>
                </p:grpSpPr>
                <p:grpSp>
                  <p:nvGrpSpPr>
                    <p:cNvPr id="41" name="Group 40">
                      <a:extLst>
                        <a:ext uri="{FF2B5EF4-FFF2-40B4-BE49-F238E27FC236}">
                          <a16:creationId xmlns:a16="http://schemas.microsoft.com/office/drawing/2014/main" id="{FEE7048D-A8DE-FF22-23D1-0DAF3B7233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00944" y="1090899"/>
                      <a:ext cx="377423" cy="347791"/>
                      <a:chOff x="1363271" y="1838301"/>
                      <a:chExt cx="377423" cy="347791"/>
                    </a:xfrm>
                  </p:grpSpPr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D7A566EB-2233-16EF-6734-DFA792DC478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87676" y="1838301"/>
                        <a:ext cx="335755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 u="sng"/>
                          <a:t>J16</a:t>
                        </a:r>
                      </a:p>
                    </p:txBody>
                  </p:sp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1AE95F11-758B-0155-2F5A-FCEF086A5AC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3271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</a:t>
                        </a:r>
                      </a:p>
                    </p:txBody>
                  </p:sp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B4D64EA2-4B86-0879-E653-44F4E63BB8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8600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</a:t>
                        </a:r>
                      </a:p>
                    </p:txBody>
                  </p:sp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6FAC6A84-FF63-54F4-A362-C65FC6F6817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01592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4</a:t>
                        </a:r>
                      </a:p>
                    </p:txBody>
                  </p:sp>
                  <p:cxnSp>
                    <p:nvCxnSpPr>
                      <p:cNvPr id="31" name="Straight Connector 30">
                        <a:extLst>
                          <a:ext uri="{FF2B5EF4-FFF2-40B4-BE49-F238E27FC236}">
                            <a16:creationId xmlns:a16="http://schemas.microsoft.com/office/drawing/2014/main" id="{62BEE090-7347-165A-1083-350905C7C1F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32822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Straight Connector 31">
                        <a:extLst>
                          <a:ext uri="{FF2B5EF4-FFF2-40B4-BE49-F238E27FC236}">
                            <a16:creationId xmlns:a16="http://schemas.microsoft.com/office/drawing/2014/main" id="{314A627E-0301-A898-3E73-629C93D83D3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2875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" name="Straight Connector 32">
                        <a:extLst>
                          <a:ext uri="{FF2B5EF4-FFF2-40B4-BE49-F238E27FC236}">
                            <a16:creationId xmlns:a16="http://schemas.microsoft.com/office/drawing/2014/main" id="{744FE0B4-FADB-9CC3-258A-32242B02C2C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670836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50" name="Rectangle 49">
                      <a:extLst>
                        <a:ext uri="{FF2B5EF4-FFF2-40B4-BE49-F238E27FC236}">
                          <a16:creationId xmlns:a16="http://schemas.microsoft.com/office/drawing/2014/main" id="{5EF56FA7-5FE9-4FA0-CAEA-926A4106E4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584" y="1131094"/>
                      <a:ext cx="395287" cy="311944"/>
                    </a:xfrm>
                    <a:prstGeom prst="rect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6613F15D-642B-0473-54DE-0E423D392397}"/>
                      </a:ext>
                    </a:extLst>
                  </p:cNvPr>
                  <p:cNvGrpSpPr/>
                  <p:nvPr/>
                </p:nvGrpSpPr>
                <p:grpSpPr>
                  <a:xfrm>
                    <a:off x="2031803" y="1090899"/>
                    <a:ext cx="396277" cy="352139"/>
                    <a:chOff x="1194594" y="1090899"/>
                    <a:chExt cx="396277" cy="352139"/>
                  </a:xfrm>
                </p:grpSpPr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22126FB1-4286-87D6-329E-56C1A3B345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4594" y="1090899"/>
                      <a:ext cx="375041" cy="347791"/>
                      <a:chOff x="1356921" y="1838301"/>
                      <a:chExt cx="375041" cy="347791"/>
                    </a:xfrm>
                  </p:grpSpPr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BC8D521C-76E4-DA33-8A8E-101F6BB1C3E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87676" y="1838301"/>
                        <a:ext cx="335755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 u="sng"/>
                          <a:t>J17</a:t>
                        </a:r>
                      </a:p>
                    </p:txBody>
                  </p:sp>
                  <p:sp>
                    <p:nvSpPr>
                      <p:cNvPr id="56" name="TextBox 55">
                        <a:extLst>
                          <a:ext uri="{FF2B5EF4-FFF2-40B4-BE49-F238E27FC236}">
                            <a16:creationId xmlns:a16="http://schemas.microsoft.com/office/drawing/2014/main" id="{D7E98F6A-2D8F-2143-0E94-A8D26E7DF4D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56921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</a:t>
                        </a:r>
                      </a:p>
                    </p:txBody>
                  </p:sp>
                  <p:sp>
                    <p:nvSpPr>
                      <p:cNvPr id="57" name="TextBox 56">
                        <a:extLst>
                          <a:ext uri="{FF2B5EF4-FFF2-40B4-BE49-F238E27FC236}">
                            <a16:creationId xmlns:a16="http://schemas.microsoft.com/office/drawing/2014/main" id="{D3103201-24AF-089A-3D98-6F32440CE6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76480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</a:t>
                        </a:r>
                      </a:p>
                    </p:txBody>
                  </p:sp>
                  <p:sp>
                    <p:nvSpPr>
                      <p:cNvPr id="58" name="TextBox 57">
                        <a:extLst>
                          <a:ext uri="{FF2B5EF4-FFF2-40B4-BE49-F238E27FC236}">
                            <a16:creationId xmlns:a16="http://schemas.microsoft.com/office/drawing/2014/main" id="{4399B8C5-62D3-027B-1F74-05D32EAE5CE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2860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4</a:t>
                        </a:r>
                      </a:p>
                    </p:txBody>
                  </p:sp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23C8D631-9A61-FB2D-9A74-CC3951585E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32822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>
                        <a:extLst>
                          <a:ext uri="{FF2B5EF4-FFF2-40B4-BE49-F238E27FC236}">
                            <a16:creationId xmlns:a16="http://schemas.microsoft.com/office/drawing/2014/main" id="{844659A2-0A81-FBD9-DD73-D9BFFE56AD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2875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ED928EEC-E176-735B-82B4-2E1466D13B8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670836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2DFDD783-F1FE-84E3-DA80-FC95A56A58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584" y="1131094"/>
                      <a:ext cx="395287" cy="311944"/>
                    </a:xfrm>
                    <a:prstGeom prst="rect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A6CA6676-1F3B-3E63-0C3B-BE3E14963255}"/>
                    </a:ext>
                  </a:extLst>
                </p:cNvPr>
                <p:cNvGrpSpPr/>
                <p:nvPr/>
              </p:nvGrpSpPr>
              <p:grpSpPr>
                <a:xfrm rot="5400000">
                  <a:off x="3476612" y="4567261"/>
                  <a:ext cx="1016923" cy="341083"/>
                  <a:chOff x="3480993" y="2105791"/>
                  <a:chExt cx="1016923" cy="341083"/>
                </a:xfrm>
              </p:grpSpPr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49E61346-7C2A-C5CA-387C-2FEEA2D0C4D3}"/>
                      </a:ext>
                    </a:extLst>
                  </p:cNvPr>
                  <p:cNvSpPr txBox="1"/>
                  <p:nvPr/>
                </p:nvSpPr>
                <p:spPr>
                  <a:xfrm>
                    <a:off x="3814303" y="2105791"/>
                    <a:ext cx="308373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" u="sng"/>
                      <a:t>J11</a:t>
                    </a:r>
                    <a:endParaRPr lang="en-US" sz="1051" u="sng"/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CDF46D81-9424-6EAF-D582-F794F2BB6468}"/>
                      </a:ext>
                    </a:extLst>
                  </p:cNvPr>
                  <p:cNvSpPr/>
                  <p:nvPr/>
                </p:nvSpPr>
                <p:spPr>
                  <a:xfrm>
                    <a:off x="3538939" y="2134930"/>
                    <a:ext cx="854868" cy="311944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9" name="Group 108">
                    <a:extLst>
                      <a:ext uri="{FF2B5EF4-FFF2-40B4-BE49-F238E27FC236}">
                        <a16:creationId xmlns:a16="http://schemas.microsoft.com/office/drawing/2014/main" id="{55E9BE2B-E659-778E-AE7E-391226B478D7}"/>
                      </a:ext>
                    </a:extLst>
                  </p:cNvPr>
                  <p:cNvGrpSpPr/>
                  <p:nvPr/>
                </p:nvGrpSpPr>
                <p:grpSpPr>
                  <a:xfrm>
                    <a:off x="3480993" y="2228579"/>
                    <a:ext cx="1016923" cy="218295"/>
                    <a:chOff x="1628376" y="2167079"/>
                    <a:chExt cx="1016923" cy="218295"/>
                  </a:xfrm>
                </p:grpSpPr>
                <p:grpSp>
                  <p:nvGrpSpPr>
                    <p:cNvPr id="78" name="Group 77">
                      <a:extLst>
                        <a:ext uri="{FF2B5EF4-FFF2-40B4-BE49-F238E27FC236}">
                          <a16:creationId xmlns:a16="http://schemas.microsoft.com/office/drawing/2014/main" id="{611C992E-4CFE-4D2A-77FA-FE9EAC0B36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28376" y="2167079"/>
                      <a:ext cx="275967" cy="218295"/>
                      <a:chOff x="1628376" y="2139165"/>
                      <a:chExt cx="275967" cy="218295"/>
                    </a:xfrm>
                  </p:grpSpPr>
                  <p:sp>
                    <p:nvSpPr>
                      <p:cNvPr id="65" name="TextBox 64">
                        <a:extLst>
                          <a:ext uri="{FF2B5EF4-FFF2-40B4-BE49-F238E27FC236}">
                            <a16:creationId xmlns:a16="http://schemas.microsoft.com/office/drawing/2014/main" id="{9B2907FD-8BA4-450C-3B30-1FA4766DE9B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6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25</a:t>
                        </a:r>
                      </a:p>
                    </p:txBody>
                  </p:sp>
                  <p:cxnSp>
                    <p:nvCxnSpPr>
                      <p:cNvPr id="66" name="Straight Connector 65">
                        <a:extLst>
                          <a:ext uri="{FF2B5EF4-FFF2-40B4-BE49-F238E27FC236}">
                            <a16:creationId xmlns:a16="http://schemas.microsoft.com/office/drawing/2014/main" id="{0045E26E-B80A-7D81-974E-BBB70D9D56E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94" name="Group 93">
                      <a:extLst>
                        <a:ext uri="{FF2B5EF4-FFF2-40B4-BE49-F238E27FC236}">
                          <a16:creationId xmlns:a16="http://schemas.microsoft.com/office/drawing/2014/main" id="{79D39690-ADC6-87B6-568F-E7BD2585B4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7335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7F01F589-7560-10B9-7D04-CCFCED777B4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26</a:t>
                        </a:r>
                      </a:p>
                    </p:txBody>
                  </p:sp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8B4AA150-C315-129F-0954-955B4484634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97" name="Group 96">
                      <a:extLst>
                        <a:ext uri="{FF2B5EF4-FFF2-40B4-BE49-F238E27FC236}">
                          <a16:creationId xmlns:a16="http://schemas.microsoft.com/office/drawing/2014/main" id="{29C47B69-DBEE-D7A5-EF51-0766F6DAE3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84209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98" name="TextBox 97">
                        <a:extLst>
                          <a:ext uri="{FF2B5EF4-FFF2-40B4-BE49-F238E27FC236}">
                            <a16:creationId xmlns:a16="http://schemas.microsoft.com/office/drawing/2014/main" id="{F4BFD406-1BF6-5EC0-3E88-322268E6E96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29</a:t>
                        </a:r>
                      </a:p>
                    </p:txBody>
                  </p:sp>
                  <p:cxnSp>
                    <p:nvCxnSpPr>
                      <p:cNvPr id="99" name="Straight Connector 98">
                        <a:extLst>
                          <a:ext uri="{FF2B5EF4-FFF2-40B4-BE49-F238E27FC236}">
                            <a16:creationId xmlns:a16="http://schemas.microsoft.com/office/drawing/2014/main" id="{B5E6CB6F-27D4-6FC5-574C-530F2538003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0" name="Group 99">
                      <a:extLst>
                        <a:ext uri="{FF2B5EF4-FFF2-40B4-BE49-F238E27FC236}">
                          <a16:creationId xmlns:a16="http://schemas.microsoft.com/office/drawing/2014/main" id="{C1E24CDA-EACC-31F2-1695-6BF59BF5EB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5251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01" name="TextBox 100">
                        <a:extLst>
                          <a:ext uri="{FF2B5EF4-FFF2-40B4-BE49-F238E27FC236}">
                            <a16:creationId xmlns:a16="http://schemas.microsoft.com/office/drawing/2014/main" id="{93795F97-2611-B0D4-4245-A3044311F5D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28</a:t>
                        </a:r>
                      </a:p>
                    </p:txBody>
                  </p:sp>
                  <p:cxnSp>
                    <p:nvCxnSpPr>
                      <p:cNvPr id="102" name="Straight Connector 101">
                        <a:extLst>
                          <a:ext uri="{FF2B5EF4-FFF2-40B4-BE49-F238E27FC236}">
                            <a16:creationId xmlns:a16="http://schemas.microsoft.com/office/drawing/2014/main" id="{21301757-7752-7F8F-DCB6-6E893606CB8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3" name="Group 102">
                      <a:extLst>
                        <a:ext uri="{FF2B5EF4-FFF2-40B4-BE49-F238E27FC236}">
                          <a16:creationId xmlns:a16="http://schemas.microsoft.com/office/drawing/2014/main" id="{A1010A8C-93D1-9F7A-6EF2-871EFA91D7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06293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04" name="TextBox 103">
                        <a:extLst>
                          <a:ext uri="{FF2B5EF4-FFF2-40B4-BE49-F238E27FC236}">
                            <a16:creationId xmlns:a16="http://schemas.microsoft.com/office/drawing/2014/main" id="{6E30BDEE-2A9E-E9F5-6A1B-EAEE305EC5E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27</a:t>
                        </a:r>
                      </a:p>
                    </p:txBody>
                  </p:sp>
                  <p:cxnSp>
                    <p:nvCxnSpPr>
                      <p:cNvPr id="105" name="Straight Connector 104">
                        <a:extLst>
                          <a:ext uri="{FF2B5EF4-FFF2-40B4-BE49-F238E27FC236}">
                            <a16:creationId xmlns:a16="http://schemas.microsoft.com/office/drawing/2014/main" id="{988DDEBD-4B19-F77A-F2EF-DE0C9F5607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6" name="Group 105">
                      <a:extLst>
                        <a:ext uri="{FF2B5EF4-FFF2-40B4-BE49-F238E27FC236}">
                          <a16:creationId xmlns:a16="http://schemas.microsoft.com/office/drawing/2014/main" id="{750B93B6-A9AB-9E36-B5CF-F55732D4AF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69332" y="2167080"/>
                      <a:ext cx="275967" cy="218294"/>
                      <a:chOff x="1674542" y="2139166"/>
                      <a:chExt cx="275967" cy="218294"/>
                    </a:xfrm>
                  </p:grpSpPr>
                  <p:sp>
                    <p:nvSpPr>
                      <p:cNvPr id="107" name="TextBox 106">
                        <a:extLst>
                          <a:ext uri="{FF2B5EF4-FFF2-40B4-BE49-F238E27FC236}">
                            <a16:creationId xmlns:a16="http://schemas.microsoft.com/office/drawing/2014/main" id="{3F1ABB62-23BF-4973-749C-07CAB3CCB1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74542" y="2139166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30</a:t>
                        </a:r>
                      </a:p>
                    </p:txBody>
                  </p:sp>
                  <p:cxnSp>
                    <p:nvCxnSpPr>
                      <p:cNvPr id="108" name="Straight Connector 107">
                        <a:extLst>
                          <a:ext uri="{FF2B5EF4-FFF2-40B4-BE49-F238E27FC236}">
                            <a16:creationId xmlns:a16="http://schemas.microsoft.com/office/drawing/2014/main" id="{C8857F13-CBF8-A38C-B206-3DC3B74C83A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374C0A97-2230-7BBE-9A29-21E2C56580ED}"/>
                    </a:ext>
                  </a:extLst>
                </p:cNvPr>
                <p:cNvGrpSpPr/>
                <p:nvPr/>
              </p:nvGrpSpPr>
              <p:grpSpPr>
                <a:xfrm rot="16200000">
                  <a:off x="4492081" y="4609459"/>
                  <a:ext cx="840102" cy="357153"/>
                  <a:chOff x="1730405" y="2597186"/>
                  <a:chExt cx="840102" cy="357153"/>
                </a:xfrm>
              </p:grpSpPr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7EFAE395-6B64-919A-A6FD-C38018445863}"/>
                      </a:ext>
                    </a:extLst>
                  </p:cNvPr>
                  <p:cNvSpPr txBox="1"/>
                  <p:nvPr/>
                </p:nvSpPr>
                <p:spPr>
                  <a:xfrm>
                    <a:off x="1952814" y="2597186"/>
                    <a:ext cx="39528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" u="sng"/>
                      <a:t>Power</a:t>
                    </a:r>
                    <a:endParaRPr lang="en-US" sz="1051" u="sng"/>
                  </a:p>
                </p:txBody>
              </p:sp>
              <p:sp>
                <p:nvSpPr>
                  <p:cNvPr id="113" name="Rectangle 112">
                    <a:extLst>
                      <a:ext uri="{FF2B5EF4-FFF2-40B4-BE49-F238E27FC236}">
                        <a16:creationId xmlns:a16="http://schemas.microsoft.com/office/drawing/2014/main" id="{6EEBC7CE-4C41-B234-0CB7-CB613B9C744A}"/>
                      </a:ext>
                    </a:extLst>
                  </p:cNvPr>
                  <p:cNvSpPr/>
                  <p:nvPr/>
                </p:nvSpPr>
                <p:spPr>
                  <a:xfrm>
                    <a:off x="1800265" y="2642395"/>
                    <a:ext cx="700383" cy="311944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3" name="Group 132">
                    <a:extLst>
                      <a:ext uri="{FF2B5EF4-FFF2-40B4-BE49-F238E27FC236}">
                        <a16:creationId xmlns:a16="http://schemas.microsoft.com/office/drawing/2014/main" id="{F8989FE6-BBBA-370B-8F6B-AD69D6C02B63}"/>
                      </a:ext>
                    </a:extLst>
                  </p:cNvPr>
                  <p:cNvGrpSpPr/>
                  <p:nvPr/>
                </p:nvGrpSpPr>
                <p:grpSpPr>
                  <a:xfrm>
                    <a:off x="1730405" y="2734269"/>
                    <a:ext cx="840102" cy="218295"/>
                    <a:chOff x="1730405" y="2734269"/>
                    <a:chExt cx="840102" cy="218295"/>
                  </a:xfrm>
                </p:grpSpPr>
                <p:grpSp>
                  <p:nvGrpSpPr>
                    <p:cNvPr id="115" name="Group 114">
                      <a:extLst>
                        <a:ext uri="{FF2B5EF4-FFF2-40B4-BE49-F238E27FC236}">
                          <a16:creationId xmlns:a16="http://schemas.microsoft.com/office/drawing/2014/main" id="{CDC2C24C-A39F-B74A-FA64-E2C97D5A54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0405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31" name="TextBox 130">
                        <a:extLst>
                          <a:ext uri="{FF2B5EF4-FFF2-40B4-BE49-F238E27FC236}">
                            <a16:creationId xmlns:a16="http://schemas.microsoft.com/office/drawing/2014/main" id="{99357D34-7964-F863-3D46-AEEAA496A2A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A</a:t>
                        </a:r>
                      </a:p>
                    </p:txBody>
                  </p:sp>
                  <p:cxnSp>
                    <p:nvCxnSpPr>
                      <p:cNvPr id="132" name="Straight Connector 131">
                        <a:extLst>
                          <a:ext uri="{FF2B5EF4-FFF2-40B4-BE49-F238E27FC236}">
                            <a16:creationId xmlns:a16="http://schemas.microsoft.com/office/drawing/2014/main" id="{9B5798F4-F307-1837-B547-5D49A786E96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16" name="Group 115">
                      <a:extLst>
                        <a:ext uri="{FF2B5EF4-FFF2-40B4-BE49-F238E27FC236}">
                          <a16:creationId xmlns:a16="http://schemas.microsoft.com/office/drawing/2014/main" id="{C5E48E8D-04C8-F86D-8361-5BA84DCCD0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71439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29" name="TextBox 128">
                        <a:extLst>
                          <a:ext uri="{FF2B5EF4-FFF2-40B4-BE49-F238E27FC236}">
                            <a16:creationId xmlns:a16="http://schemas.microsoft.com/office/drawing/2014/main" id="{3BBD0EEC-72CB-B5B3-B10B-49CEDFD7305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B</a:t>
                        </a:r>
                      </a:p>
                    </p:txBody>
                  </p:sp>
                  <p:cxnSp>
                    <p:nvCxnSpPr>
                      <p:cNvPr id="130" name="Straight Connector 129">
                        <a:extLst>
                          <a:ext uri="{FF2B5EF4-FFF2-40B4-BE49-F238E27FC236}">
                            <a16:creationId xmlns:a16="http://schemas.microsoft.com/office/drawing/2014/main" id="{4E4AA04C-25C8-072A-7C94-CB02BEE399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17" name="Group 116">
                      <a:extLst>
                        <a:ext uri="{FF2B5EF4-FFF2-40B4-BE49-F238E27FC236}">
                          <a16:creationId xmlns:a16="http://schemas.microsoft.com/office/drawing/2014/main" id="{71F61947-037E-A6A3-91BD-1A26D97E8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94540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27" name="TextBox 126">
                        <a:extLst>
                          <a:ext uri="{FF2B5EF4-FFF2-40B4-BE49-F238E27FC236}">
                            <a16:creationId xmlns:a16="http://schemas.microsoft.com/office/drawing/2014/main" id="{6A28EC25-7612-6776-ED6F-B7105CB366A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-</a:t>
                        </a:r>
                      </a:p>
                    </p:txBody>
                  </p:sp>
                  <p:cxnSp>
                    <p:nvCxnSpPr>
                      <p:cNvPr id="128" name="Straight Connector 127">
                        <a:extLst>
                          <a:ext uri="{FF2B5EF4-FFF2-40B4-BE49-F238E27FC236}">
                            <a16:creationId xmlns:a16="http://schemas.microsoft.com/office/drawing/2014/main" id="{44A0DD27-8DE6-540B-7EA9-5EEB5B5AF6A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19" name="Group 118">
                      <a:extLst>
                        <a:ext uri="{FF2B5EF4-FFF2-40B4-BE49-F238E27FC236}">
                          <a16:creationId xmlns:a16="http://schemas.microsoft.com/office/drawing/2014/main" id="{7205FF3E-FBB8-8D16-2ED0-EA33A1DDDE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12473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23" name="TextBox 122">
                        <a:extLst>
                          <a:ext uri="{FF2B5EF4-FFF2-40B4-BE49-F238E27FC236}">
                            <a16:creationId xmlns:a16="http://schemas.microsoft.com/office/drawing/2014/main" id="{CBE12AAA-BA26-2D5C-7572-44835C1E8F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C</a:t>
                        </a:r>
                      </a:p>
                    </p:txBody>
                  </p:sp>
                  <p:cxnSp>
                    <p:nvCxnSpPr>
                      <p:cNvPr id="124" name="Straight Connector 123">
                        <a:extLst>
                          <a:ext uri="{FF2B5EF4-FFF2-40B4-BE49-F238E27FC236}">
                            <a16:creationId xmlns:a16="http://schemas.microsoft.com/office/drawing/2014/main" id="{6A2B6B9D-F8E0-D425-F0EE-C8F5E611B42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0" name="Group 119">
                      <a:extLst>
                        <a:ext uri="{FF2B5EF4-FFF2-40B4-BE49-F238E27FC236}">
                          <a16:creationId xmlns:a16="http://schemas.microsoft.com/office/drawing/2014/main" id="{6D5EC17F-1B50-D520-9062-DA958A2209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53507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21" name="TextBox 120">
                        <a:extLst>
                          <a:ext uri="{FF2B5EF4-FFF2-40B4-BE49-F238E27FC236}">
                            <a16:creationId xmlns:a16="http://schemas.microsoft.com/office/drawing/2014/main" id="{43DF844F-10C1-AD3E-FC2D-7A290002669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+</a:t>
                        </a:r>
                      </a:p>
                    </p:txBody>
                  </p:sp>
                  <p:cxnSp>
                    <p:nvCxnSpPr>
                      <p:cNvPr id="122" name="Straight Connector 121">
                        <a:extLst>
                          <a:ext uri="{FF2B5EF4-FFF2-40B4-BE49-F238E27FC236}">
                            <a16:creationId xmlns:a16="http://schemas.microsoft.com/office/drawing/2014/main" id="{B106018D-5967-D2CF-CBDC-024E525C2BE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08C80DFB-5A23-F2A2-D54D-5C9E301E5A42}"/>
                  </a:ext>
                </a:extLst>
              </p:cNvPr>
              <p:cNvGrpSpPr/>
              <p:nvPr/>
            </p:nvGrpSpPr>
            <p:grpSpPr>
              <a:xfrm rot="16200000">
                <a:off x="4513427" y="5423143"/>
                <a:ext cx="605811" cy="542940"/>
                <a:chOff x="2685919" y="2092325"/>
                <a:chExt cx="605811" cy="542940"/>
              </a:xfrm>
            </p:grpSpPr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217FB789-860F-4746-B77C-7CF07E2F2051}"/>
                    </a:ext>
                  </a:extLst>
                </p:cNvPr>
                <p:cNvSpPr/>
                <p:nvPr/>
              </p:nvSpPr>
              <p:spPr>
                <a:xfrm>
                  <a:off x="2685919" y="2092325"/>
                  <a:ext cx="605811" cy="5429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34401AFC-BBD8-8D47-2D72-156827AC654C}"/>
                    </a:ext>
                  </a:extLst>
                </p:cNvPr>
                <p:cNvSpPr txBox="1"/>
                <p:nvPr/>
              </p:nvSpPr>
              <p:spPr>
                <a:xfrm>
                  <a:off x="2713548" y="2156713"/>
                  <a:ext cx="55269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BLDC</a:t>
                  </a:r>
                </a:p>
              </p:txBody>
            </p: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EC8F03F5-76E8-1936-6425-174802838161}"/>
                    </a:ext>
                  </a:extLst>
                </p:cNvPr>
                <p:cNvGrpSpPr/>
                <p:nvPr/>
              </p:nvGrpSpPr>
              <p:grpSpPr>
                <a:xfrm>
                  <a:off x="2709807" y="2416970"/>
                  <a:ext cx="558035" cy="218295"/>
                  <a:chOff x="1407570" y="2132976"/>
                  <a:chExt cx="558035" cy="218295"/>
                </a:xfrm>
              </p:grpSpPr>
              <p:grpSp>
                <p:nvGrpSpPr>
                  <p:cNvPr id="146" name="Group 145">
                    <a:extLst>
                      <a:ext uri="{FF2B5EF4-FFF2-40B4-BE49-F238E27FC236}">
                        <a16:creationId xmlns:a16="http://schemas.microsoft.com/office/drawing/2014/main" id="{25629502-8312-6BF6-3CC7-9E6D24C4AB6D}"/>
                      </a:ext>
                    </a:extLst>
                  </p:cNvPr>
                  <p:cNvGrpSpPr/>
                  <p:nvPr/>
                </p:nvGrpSpPr>
                <p:grpSpPr>
                  <a:xfrm>
                    <a:off x="1407570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4068F227-CD76-2428-C064-9F53243C10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A</a:t>
                      </a:r>
                    </a:p>
                  </p:txBody>
                </p:sp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B839C7F1-3B68-01BE-5338-B0652AFC68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E2C55EE1-54AF-6E68-8E12-5D0558D8B164}"/>
                      </a:ext>
                    </a:extLst>
                  </p:cNvPr>
                  <p:cNvGrpSpPr/>
                  <p:nvPr/>
                </p:nvGrpSpPr>
                <p:grpSpPr>
                  <a:xfrm>
                    <a:off x="1548604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D17902E8-9ED3-8134-EAF9-0C4DB8E89E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B</a:t>
                      </a:r>
                    </a:p>
                  </p:txBody>
                </p:sp>
                <p:cxnSp>
                  <p:nvCxnSpPr>
                    <p:cNvPr id="158" name="Straight Connector 157">
                      <a:extLst>
                        <a:ext uri="{FF2B5EF4-FFF2-40B4-BE49-F238E27FC236}">
                          <a16:creationId xmlns:a16="http://schemas.microsoft.com/office/drawing/2014/main" id="{8A668FEC-7835-6623-1E31-3FF05423CB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C4765828-F4DB-79D5-7244-773E1E95F049}"/>
                      </a:ext>
                    </a:extLst>
                  </p:cNvPr>
                  <p:cNvGrpSpPr/>
                  <p:nvPr/>
                </p:nvGrpSpPr>
                <p:grpSpPr>
                  <a:xfrm>
                    <a:off x="1689638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53" name="TextBox 152">
                      <a:extLst>
                        <a:ext uri="{FF2B5EF4-FFF2-40B4-BE49-F238E27FC236}">
                          <a16:creationId xmlns:a16="http://schemas.microsoft.com/office/drawing/2014/main" id="{4F9566A9-ADD9-DF02-19B1-C01FE048D5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C</a:t>
                      </a:r>
                    </a:p>
                  </p:txBody>
                </p:sp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1B298235-3CC2-A744-3052-8709FF2E6D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F57D3522-C92A-8907-062D-B7BA2637FF14}"/>
                  </a:ext>
                </a:extLst>
              </p:cNvPr>
              <p:cNvGrpSpPr/>
              <p:nvPr/>
            </p:nvGrpSpPr>
            <p:grpSpPr>
              <a:xfrm rot="5400000">
                <a:off x="3610736" y="5422486"/>
                <a:ext cx="970757" cy="544256"/>
                <a:chOff x="3484295" y="2092325"/>
                <a:chExt cx="970757" cy="544256"/>
              </a:xfrm>
            </p:grpSpPr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5FF311F1-2A30-40B6-95C8-20D3FF6CB22A}"/>
                    </a:ext>
                  </a:extLst>
                </p:cNvPr>
                <p:cNvSpPr/>
                <p:nvPr/>
              </p:nvSpPr>
              <p:spPr>
                <a:xfrm>
                  <a:off x="3547830" y="2092325"/>
                  <a:ext cx="843687" cy="5429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0FBFBBD5-B61B-D9A0-E47F-22272665BC23}"/>
                    </a:ext>
                  </a:extLst>
                </p:cNvPr>
                <p:cNvSpPr txBox="1"/>
                <p:nvPr/>
              </p:nvSpPr>
              <p:spPr>
                <a:xfrm>
                  <a:off x="3635224" y="2156713"/>
                  <a:ext cx="668898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AS5048A</a:t>
                  </a:r>
                </a:p>
              </p:txBody>
            </p:sp>
            <p:grpSp>
              <p:nvGrpSpPr>
                <p:cNvPr id="294" name="Group 293">
                  <a:extLst>
                    <a:ext uri="{FF2B5EF4-FFF2-40B4-BE49-F238E27FC236}">
                      <a16:creationId xmlns:a16="http://schemas.microsoft.com/office/drawing/2014/main" id="{9C8F46E3-E8B4-D3E0-B76D-E3EA2123EF5F}"/>
                    </a:ext>
                  </a:extLst>
                </p:cNvPr>
                <p:cNvGrpSpPr/>
                <p:nvPr/>
              </p:nvGrpSpPr>
              <p:grpSpPr>
                <a:xfrm>
                  <a:off x="3484295" y="2416970"/>
                  <a:ext cx="970757" cy="219611"/>
                  <a:chOff x="1628378" y="2165763"/>
                  <a:chExt cx="970757" cy="219611"/>
                </a:xfrm>
              </p:grpSpPr>
              <p:grpSp>
                <p:nvGrpSpPr>
                  <p:cNvPr id="295" name="Group 294">
                    <a:extLst>
                      <a:ext uri="{FF2B5EF4-FFF2-40B4-BE49-F238E27FC236}">
                        <a16:creationId xmlns:a16="http://schemas.microsoft.com/office/drawing/2014/main" id="{2EE775D3-6FCE-73A7-73D7-6C535EC39856}"/>
                      </a:ext>
                    </a:extLst>
                  </p:cNvPr>
                  <p:cNvGrpSpPr/>
                  <p:nvPr/>
                </p:nvGrpSpPr>
                <p:grpSpPr>
                  <a:xfrm>
                    <a:off x="1628378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311" name="TextBox 310">
                      <a:extLst>
                        <a:ext uri="{FF2B5EF4-FFF2-40B4-BE49-F238E27FC236}">
                          <a16:creationId xmlns:a16="http://schemas.microsoft.com/office/drawing/2014/main" id="{D3D76438-674E-C030-D743-2AAA8CDB81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</a:t>
                      </a:r>
                    </a:p>
                  </p:txBody>
                </p:sp>
                <p:cxnSp>
                  <p:nvCxnSpPr>
                    <p:cNvPr id="312" name="Straight Connector 311">
                      <a:extLst>
                        <a:ext uri="{FF2B5EF4-FFF2-40B4-BE49-F238E27FC236}">
                          <a16:creationId xmlns:a16="http://schemas.microsoft.com/office/drawing/2014/main" id="{807B9E77-9FC9-D8A8-F3C8-9CB792D91F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6" name="Group 295">
                    <a:extLst>
                      <a:ext uri="{FF2B5EF4-FFF2-40B4-BE49-F238E27FC236}">
                        <a16:creationId xmlns:a16="http://schemas.microsoft.com/office/drawing/2014/main" id="{BEE5AC9B-AEB6-1B23-3197-08EFB1F3EC49}"/>
                      </a:ext>
                    </a:extLst>
                  </p:cNvPr>
                  <p:cNvGrpSpPr/>
                  <p:nvPr/>
                </p:nvGrpSpPr>
                <p:grpSpPr>
                  <a:xfrm>
                    <a:off x="1767336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309" name="TextBox 308">
                      <a:extLst>
                        <a:ext uri="{FF2B5EF4-FFF2-40B4-BE49-F238E27FC236}">
                          <a16:creationId xmlns:a16="http://schemas.microsoft.com/office/drawing/2014/main" id="{D139FC17-C8F5-65DA-4E02-189AAF62AB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2</a:t>
                      </a:r>
                    </a:p>
                  </p:txBody>
                </p:sp>
                <p:cxnSp>
                  <p:nvCxnSpPr>
                    <p:cNvPr id="310" name="Straight Connector 309">
                      <a:extLst>
                        <a:ext uri="{FF2B5EF4-FFF2-40B4-BE49-F238E27FC236}">
                          <a16:creationId xmlns:a16="http://schemas.microsoft.com/office/drawing/2014/main" id="{5F959652-8B6F-CC2C-A5B9-AF304B5C22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7" name="Group 296">
                    <a:extLst>
                      <a:ext uri="{FF2B5EF4-FFF2-40B4-BE49-F238E27FC236}">
                        <a16:creationId xmlns:a16="http://schemas.microsoft.com/office/drawing/2014/main" id="{E1D6313E-478A-5C6E-EE16-AAF9D4E0BE51}"/>
                      </a:ext>
                    </a:extLst>
                  </p:cNvPr>
                  <p:cNvGrpSpPr/>
                  <p:nvPr/>
                </p:nvGrpSpPr>
                <p:grpSpPr>
                  <a:xfrm>
                    <a:off x="2184210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307" name="TextBox 306">
                      <a:extLst>
                        <a:ext uri="{FF2B5EF4-FFF2-40B4-BE49-F238E27FC236}">
                          <a16:creationId xmlns:a16="http://schemas.microsoft.com/office/drawing/2014/main" id="{CA971A7A-9D77-C1E6-446A-FB074EAFF2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11</a:t>
                      </a:r>
                    </a:p>
                  </p:txBody>
                </p:sp>
                <p:cxnSp>
                  <p:nvCxnSpPr>
                    <p:cNvPr id="308" name="Straight Connector 307">
                      <a:extLst>
                        <a:ext uri="{FF2B5EF4-FFF2-40B4-BE49-F238E27FC236}">
                          <a16:creationId xmlns:a16="http://schemas.microsoft.com/office/drawing/2014/main" id="{85C51361-7E2A-06E7-EB50-38264CE0B1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8" name="Group 297">
                    <a:extLst>
                      <a:ext uri="{FF2B5EF4-FFF2-40B4-BE49-F238E27FC236}">
                        <a16:creationId xmlns:a16="http://schemas.microsoft.com/office/drawing/2014/main" id="{A839C235-5561-C09F-6940-386AB368FC5F}"/>
                      </a:ext>
                    </a:extLst>
                  </p:cNvPr>
                  <p:cNvGrpSpPr/>
                  <p:nvPr/>
                </p:nvGrpSpPr>
                <p:grpSpPr>
                  <a:xfrm>
                    <a:off x="2040805" y="2165763"/>
                    <a:ext cx="280197" cy="219611"/>
                    <a:chOff x="1623931" y="2137849"/>
                    <a:chExt cx="280197" cy="219611"/>
                  </a:xfrm>
                </p:grpSpPr>
                <p:sp>
                  <p:nvSpPr>
                    <p:cNvPr id="305" name="TextBox 304">
                      <a:extLst>
                        <a:ext uri="{FF2B5EF4-FFF2-40B4-BE49-F238E27FC236}">
                          <a16:creationId xmlns:a16="http://schemas.microsoft.com/office/drawing/2014/main" id="{A535498B-5659-E6C0-DCD3-39ACC04765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3931" y="2137849"/>
                      <a:ext cx="28019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4</a:t>
                      </a:r>
                    </a:p>
                  </p:txBody>
                </p:sp>
                <p:cxnSp>
                  <p:nvCxnSpPr>
                    <p:cNvPr id="306" name="Straight Connector 305">
                      <a:extLst>
                        <a:ext uri="{FF2B5EF4-FFF2-40B4-BE49-F238E27FC236}">
                          <a16:creationId xmlns:a16="http://schemas.microsoft.com/office/drawing/2014/main" id="{CD420659-8AA7-B475-2E65-C57EA7107C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9" name="Group 298">
                    <a:extLst>
                      <a:ext uri="{FF2B5EF4-FFF2-40B4-BE49-F238E27FC236}">
                        <a16:creationId xmlns:a16="http://schemas.microsoft.com/office/drawing/2014/main" id="{708C0A59-7600-1228-8275-0BB13FB94B31}"/>
                      </a:ext>
                    </a:extLst>
                  </p:cNvPr>
                  <p:cNvGrpSpPr/>
                  <p:nvPr/>
                </p:nvGrpSpPr>
                <p:grpSpPr>
                  <a:xfrm>
                    <a:off x="1906294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303" name="TextBox 302">
                      <a:extLst>
                        <a:ext uri="{FF2B5EF4-FFF2-40B4-BE49-F238E27FC236}">
                          <a16:creationId xmlns:a16="http://schemas.microsoft.com/office/drawing/2014/main" id="{87E5B7C9-F24D-4931-355F-922C41C24A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3</a:t>
                      </a:r>
                    </a:p>
                  </p:txBody>
                </p:sp>
                <p:cxnSp>
                  <p:nvCxnSpPr>
                    <p:cNvPr id="304" name="Straight Connector 303">
                      <a:extLst>
                        <a:ext uri="{FF2B5EF4-FFF2-40B4-BE49-F238E27FC236}">
                          <a16:creationId xmlns:a16="http://schemas.microsoft.com/office/drawing/2014/main" id="{BC6AF599-036B-5F60-D676-32AB4A15824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0" name="Group 299">
                    <a:extLst>
                      <a:ext uri="{FF2B5EF4-FFF2-40B4-BE49-F238E27FC236}">
                        <a16:creationId xmlns:a16="http://schemas.microsoft.com/office/drawing/2014/main" id="{C3BFBA90-762B-B874-6C51-17ECB5B9F5D6}"/>
                      </a:ext>
                    </a:extLst>
                  </p:cNvPr>
                  <p:cNvGrpSpPr/>
                  <p:nvPr/>
                </p:nvGrpSpPr>
                <p:grpSpPr>
                  <a:xfrm>
                    <a:off x="2323168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301" name="TextBox 300">
                      <a:extLst>
                        <a:ext uri="{FF2B5EF4-FFF2-40B4-BE49-F238E27FC236}">
                          <a16:creationId xmlns:a16="http://schemas.microsoft.com/office/drawing/2014/main" id="{7E5275D1-5DD5-56F6-A697-67A5EAA867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13</a:t>
                      </a:r>
                    </a:p>
                  </p:txBody>
                </p:sp>
                <p:cxnSp>
                  <p:nvCxnSpPr>
                    <p:cNvPr id="302" name="Straight Connector 301">
                      <a:extLst>
                        <a:ext uri="{FF2B5EF4-FFF2-40B4-BE49-F238E27FC236}">
                          <a16:creationId xmlns:a16="http://schemas.microsoft.com/office/drawing/2014/main" id="{C485E25C-16BE-2C7E-0C76-50F55BF630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cxnSp>
          <p:nvCxnSpPr>
            <p:cNvPr id="1102" name="Connector: Elbow 1101">
              <a:extLst>
                <a:ext uri="{FF2B5EF4-FFF2-40B4-BE49-F238E27FC236}">
                  <a16:creationId xmlns:a16="http://schemas.microsoft.com/office/drawing/2014/main" id="{D8C36013-0090-6CAA-8569-9FC912E82E9F}"/>
                </a:ext>
              </a:extLst>
            </p:cNvPr>
            <p:cNvCxnSpPr>
              <a:cxnSpLocks/>
              <a:stCxn id="311" idx="2"/>
              <a:endCxn id="107" idx="2"/>
            </p:cNvCxnSpPr>
            <p:nvPr/>
          </p:nvCxnSpPr>
          <p:spPr>
            <a:xfrm rot="10800000">
              <a:off x="3603770" y="5130186"/>
              <a:ext cx="9456" cy="285105"/>
            </a:xfrm>
            <a:prstGeom prst="bentConnector3">
              <a:avLst>
                <a:gd name="adj1" fmla="val 1539710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Connector: Elbow 1106">
              <a:extLst>
                <a:ext uri="{FF2B5EF4-FFF2-40B4-BE49-F238E27FC236}">
                  <a16:creationId xmlns:a16="http://schemas.microsoft.com/office/drawing/2014/main" id="{FEEAFA49-5A8C-9269-43C9-8F88E7B82BDB}"/>
                </a:ext>
              </a:extLst>
            </p:cNvPr>
            <p:cNvCxnSpPr>
              <a:cxnSpLocks/>
              <a:stCxn id="309" idx="2"/>
              <a:endCxn id="98" idx="2"/>
            </p:cNvCxnSpPr>
            <p:nvPr/>
          </p:nvCxnSpPr>
          <p:spPr>
            <a:xfrm rot="10800000">
              <a:off x="3603772" y="4991228"/>
              <a:ext cx="9455" cy="563020"/>
            </a:xfrm>
            <a:prstGeom prst="bentConnector3">
              <a:avLst>
                <a:gd name="adj1" fmla="val 2194669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Connector: Elbow 1116">
              <a:extLst>
                <a:ext uri="{FF2B5EF4-FFF2-40B4-BE49-F238E27FC236}">
                  <a16:creationId xmlns:a16="http://schemas.microsoft.com/office/drawing/2014/main" id="{88AECED7-8C8A-56CE-B3F0-661A932B0EF2}"/>
                </a:ext>
              </a:extLst>
            </p:cNvPr>
            <p:cNvCxnSpPr>
              <a:cxnSpLocks/>
              <a:stCxn id="303" idx="2"/>
              <a:endCxn id="101" idx="2"/>
            </p:cNvCxnSpPr>
            <p:nvPr/>
          </p:nvCxnSpPr>
          <p:spPr>
            <a:xfrm rot="10800000">
              <a:off x="3603772" y="4852270"/>
              <a:ext cx="9455" cy="840936"/>
            </a:xfrm>
            <a:prstGeom prst="bentConnector3">
              <a:avLst>
                <a:gd name="adj1" fmla="val 2799112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Connector: Elbow 1122">
              <a:extLst>
                <a:ext uri="{FF2B5EF4-FFF2-40B4-BE49-F238E27FC236}">
                  <a16:creationId xmlns:a16="http://schemas.microsoft.com/office/drawing/2014/main" id="{7C5CBC12-C655-0EAA-A7A8-F479E2454EF4}"/>
                </a:ext>
              </a:extLst>
            </p:cNvPr>
            <p:cNvCxnSpPr>
              <a:cxnSpLocks/>
              <a:stCxn id="305" idx="2"/>
              <a:endCxn id="104" idx="2"/>
            </p:cNvCxnSpPr>
            <p:nvPr/>
          </p:nvCxnSpPr>
          <p:spPr>
            <a:xfrm rot="10800000">
              <a:off x="3603772" y="4713312"/>
              <a:ext cx="10771" cy="1116520"/>
            </a:xfrm>
            <a:prstGeom prst="bentConnector3">
              <a:avLst>
                <a:gd name="adj1" fmla="val 2940971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Connector: Elbow 1126">
              <a:extLst>
                <a:ext uri="{FF2B5EF4-FFF2-40B4-BE49-F238E27FC236}">
                  <a16:creationId xmlns:a16="http://schemas.microsoft.com/office/drawing/2014/main" id="{446DF976-EE09-0A57-9BE1-EEBE1B6B8066}"/>
                </a:ext>
              </a:extLst>
            </p:cNvPr>
            <p:cNvCxnSpPr>
              <a:cxnSpLocks/>
              <a:stCxn id="307" idx="2"/>
              <a:endCxn id="65" idx="2"/>
            </p:cNvCxnSpPr>
            <p:nvPr/>
          </p:nvCxnSpPr>
          <p:spPr>
            <a:xfrm rot="10800000">
              <a:off x="3603772" y="4435396"/>
              <a:ext cx="9455" cy="1535727"/>
            </a:xfrm>
            <a:prstGeom prst="bentConnector3">
              <a:avLst>
                <a:gd name="adj1" fmla="val 4511698"/>
              </a:avLst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Connector: Elbow 1133">
              <a:extLst>
                <a:ext uri="{FF2B5EF4-FFF2-40B4-BE49-F238E27FC236}">
                  <a16:creationId xmlns:a16="http://schemas.microsoft.com/office/drawing/2014/main" id="{1F70689A-1894-4ED3-D455-0D73A6CB5E28}"/>
                </a:ext>
              </a:extLst>
            </p:cNvPr>
            <p:cNvCxnSpPr>
              <a:cxnSpLocks/>
              <a:stCxn id="301" idx="2"/>
              <a:endCxn id="95" idx="2"/>
            </p:cNvCxnSpPr>
            <p:nvPr/>
          </p:nvCxnSpPr>
          <p:spPr>
            <a:xfrm rot="10800000">
              <a:off x="3603772" y="4574354"/>
              <a:ext cx="9455" cy="1535726"/>
            </a:xfrm>
            <a:prstGeom prst="bentConnector3">
              <a:avLst>
                <a:gd name="adj1" fmla="val 3940836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Connector: Elbow 1140">
              <a:extLst>
                <a:ext uri="{FF2B5EF4-FFF2-40B4-BE49-F238E27FC236}">
                  <a16:creationId xmlns:a16="http://schemas.microsoft.com/office/drawing/2014/main" id="{4325B74C-28B2-14B4-7ACE-65699540DE8E}"/>
                </a:ext>
              </a:extLst>
            </p:cNvPr>
            <p:cNvCxnSpPr>
              <a:cxnSpLocks/>
              <a:stCxn id="159" idx="2"/>
              <a:endCxn id="131" idx="2"/>
            </p:cNvCxnSpPr>
            <p:nvPr/>
          </p:nvCxnSpPr>
          <p:spPr>
            <a:xfrm flipV="1">
              <a:off x="4809784" y="5138173"/>
              <a:ext cx="1131" cy="765544"/>
            </a:xfrm>
            <a:prstGeom prst="bentConnector3">
              <a:avLst>
                <a:gd name="adj1" fmla="val 9470027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Connector: Elbow 1143">
              <a:extLst>
                <a:ext uri="{FF2B5EF4-FFF2-40B4-BE49-F238E27FC236}">
                  <a16:creationId xmlns:a16="http://schemas.microsoft.com/office/drawing/2014/main" id="{34AD0180-11B2-9C2D-B914-82E1B6B4ABE7}"/>
                </a:ext>
              </a:extLst>
            </p:cNvPr>
            <p:cNvCxnSpPr>
              <a:cxnSpLocks/>
              <a:stCxn id="157" idx="2"/>
              <a:endCxn id="129" idx="2"/>
            </p:cNvCxnSpPr>
            <p:nvPr/>
          </p:nvCxnSpPr>
          <p:spPr>
            <a:xfrm flipV="1">
              <a:off x="4809784" y="4997139"/>
              <a:ext cx="1131" cy="765544"/>
            </a:xfrm>
            <a:prstGeom prst="bentConnector3">
              <a:avLst>
                <a:gd name="adj1" fmla="val 17049602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7" name="Connector: Elbow 1146">
              <a:extLst>
                <a:ext uri="{FF2B5EF4-FFF2-40B4-BE49-F238E27FC236}">
                  <a16:creationId xmlns:a16="http://schemas.microsoft.com/office/drawing/2014/main" id="{DB7011DC-EC72-5EE6-D883-67459387623C}"/>
                </a:ext>
              </a:extLst>
            </p:cNvPr>
            <p:cNvCxnSpPr>
              <a:cxnSpLocks/>
              <a:stCxn id="153" idx="2"/>
              <a:endCxn id="123" idx="2"/>
            </p:cNvCxnSpPr>
            <p:nvPr/>
          </p:nvCxnSpPr>
          <p:spPr>
            <a:xfrm flipV="1">
              <a:off x="4809784" y="4856105"/>
              <a:ext cx="1131" cy="765544"/>
            </a:xfrm>
            <a:prstGeom prst="bentConnector3">
              <a:avLst>
                <a:gd name="adj1" fmla="val 24348453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53" name="Connector: Elbow 1152">
            <a:extLst>
              <a:ext uri="{FF2B5EF4-FFF2-40B4-BE49-F238E27FC236}">
                <a16:creationId xmlns:a16="http://schemas.microsoft.com/office/drawing/2014/main" id="{6416E03D-0BA2-D40A-8181-AAA961D59E57}"/>
              </a:ext>
            </a:extLst>
          </p:cNvPr>
          <p:cNvCxnSpPr>
            <a:cxnSpLocks/>
            <a:stCxn id="883" idx="2"/>
          </p:cNvCxnSpPr>
          <p:nvPr/>
        </p:nvCxnSpPr>
        <p:spPr>
          <a:xfrm flipV="1">
            <a:off x="838733" y="3656490"/>
            <a:ext cx="4076802" cy="904612"/>
          </a:xfrm>
          <a:prstGeom prst="bentConnector3">
            <a:avLst>
              <a:gd name="adj1" fmla="val 25312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: Elbow 1175">
            <a:extLst>
              <a:ext uri="{FF2B5EF4-FFF2-40B4-BE49-F238E27FC236}">
                <a16:creationId xmlns:a16="http://schemas.microsoft.com/office/drawing/2014/main" id="{CE310E2C-4964-A774-5517-DCD67DF0999E}"/>
              </a:ext>
            </a:extLst>
          </p:cNvPr>
          <p:cNvCxnSpPr>
            <a:cxnSpLocks/>
            <a:endCxn id="121" idx="2"/>
          </p:cNvCxnSpPr>
          <p:nvPr/>
        </p:nvCxnSpPr>
        <p:spPr>
          <a:xfrm rot="5400000">
            <a:off x="4228912" y="4176648"/>
            <a:ext cx="1209567" cy="152240"/>
          </a:xfrm>
          <a:prstGeom prst="bentConnector2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: Elbow 1190">
            <a:extLst>
              <a:ext uri="{FF2B5EF4-FFF2-40B4-BE49-F238E27FC236}">
                <a16:creationId xmlns:a16="http://schemas.microsoft.com/office/drawing/2014/main" id="{CA0A7E20-526E-7E58-E7AD-0E04792C4A20}"/>
              </a:ext>
            </a:extLst>
          </p:cNvPr>
          <p:cNvCxnSpPr>
            <a:cxnSpLocks/>
            <a:endCxn id="926" idx="2"/>
          </p:cNvCxnSpPr>
          <p:nvPr/>
        </p:nvCxnSpPr>
        <p:spPr>
          <a:xfrm rot="10800000" flipV="1">
            <a:off x="2051707" y="3684270"/>
            <a:ext cx="987140" cy="900900"/>
          </a:xfrm>
          <a:prstGeom prst="bentConnector3">
            <a:avLst>
              <a:gd name="adj1" fmla="val 115719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: Elbow 1194">
            <a:extLst>
              <a:ext uri="{FF2B5EF4-FFF2-40B4-BE49-F238E27FC236}">
                <a16:creationId xmlns:a16="http://schemas.microsoft.com/office/drawing/2014/main" id="{C9539D6B-A530-671A-29D4-622737BB554F}"/>
              </a:ext>
            </a:extLst>
          </p:cNvPr>
          <p:cNvCxnSpPr>
            <a:cxnSpLocks/>
            <a:endCxn id="127" idx="2"/>
          </p:cNvCxnSpPr>
          <p:nvPr/>
        </p:nvCxnSpPr>
        <p:spPr>
          <a:xfrm>
            <a:off x="3038847" y="3684270"/>
            <a:ext cx="1718728" cy="1032249"/>
          </a:xfrm>
          <a:prstGeom prst="bentConnector3">
            <a:avLst>
              <a:gd name="adj1" fmla="val 106813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: Elbow 1201">
            <a:extLst>
              <a:ext uri="{FF2B5EF4-FFF2-40B4-BE49-F238E27FC236}">
                <a16:creationId xmlns:a16="http://schemas.microsoft.com/office/drawing/2014/main" id="{21795160-65DF-D1E8-71EA-83FEE75BE532}"/>
              </a:ext>
            </a:extLst>
          </p:cNvPr>
          <p:cNvCxnSpPr>
            <a:cxnSpLocks/>
            <a:endCxn id="924" idx="2"/>
          </p:cNvCxnSpPr>
          <p:nvPr/>
        </p:nvCxnSpPr>
        <p:spPr>
          <a:xfrm rot="5400000">
            <a:off x="1878892" y="3756016"/>
            <a:ext cx="928681" cy="583049"/>
          </a:xfrm>
          <a:prstGeom prst="bentConnector4">
            <a:avLst>
              <a:gd name="adj1" fmla="val -99"/>
              <a:gd name="adj2" fmla="val 139208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: Elbow 1210">
            <a:extLst>
              <a:ext uri="{FF2B5EF4-FFF2-40B4-BE49-F238E27FC236}">
                <a16:creationId xmlns:a16="http://schemas.microsoft.com/office/drawing/2014/main" id="{8C9F57A7-2B6C-8B0A-71FC-FCA1C6808C3D}"/>
              </a:ext>
            </a:extLst>
          </p:cNvPr>
          <p:cNvCxnSpPr>
            <a:cxnSpLocks/>
            <a:endCxn id="1329" idx="2"/>
          </p:cNvCxnSpPr>
          <p:nvPr/>
        </p:nvCxnSpPr>
        <p:spPr>
          <a:xfrm>
            <a:off x="2634756" y="3584892"/>
            <a:ext cx="4895793" cy="1131627"/>
          </a:xfrm>
          <a:prstGeom prst="bentConnector3">
            <a:avLst>
              <a:gd name="adj1" fmla="val 101954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: Elbow 1218">
            <a:extLst>
              <a:ext uri="{FF2B5EF4-FFF2-40B4-BE49-F238E27FC236}">
                <a16:creationId xmlns:a16="http://schemas.microsoft.com/office/drawing/2014/main" id="{086AF1D2-3CD9-4480-D544-D6A7293BC236}"/>
              </a:ext>
            </a:extLst>
          </p:cNvPr>
          <p:cNvCxnSpPr>
            <a:cxnSpLocks/>
            <a:stCxn id="880" idx="2"/>
          </p:cNvCxnSpPr>
          <p:nvPr/>
        </p:nvCxnSpPr>
        <p:spPr>
          <a:xfrm flipV="1">
            <a:off x="838733" y="3549699"/>
            <a:ext cx="1810405" cy="938114"/>
          </a:xfrm>
          <a:prstGeom prst="bentConnector3">
            <a:avLst>
              <a:gd name="adj1" fmla="val 52631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: Elbow 1221">
            <a:extLst>
              <a:ext uri="{FF2B5EF4-FFF2-40B4-BE49-F238E27FC236}">
                <a16:creationId xmlns:a16="http://schemas.microsoft.com/office/drawing/2014/main" id="{767AA534-BBD1-0B41-AE75-1562884B3C84}"/>
              </a:ext>
            </a:extLst>
          </p:cNvPr>
          <p:cNvCxnSpPr>
            <a:cxnSpLocks/>
            <a:stCxn id="1325" idx="2"/>
          </p:cNvCxnSpPr>
          <p:nvPr/>
        </p:nvCxnSpPr>
        <p:spPr>
          <a:xfrm flipH="1" flipV="1">
            <a:off x="2637131" y="3549699"/>
            <a:ext cx="4893418" cy="1307853"/>
          </a:xfrm>
          <a:prstGeom prst="bentConnector3">
            <a:avLst>
              <a:gd name="adj1" fmla="val -2587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: Elbow 1241">
            <a:extLst>
              <a:ext uri="{FF2B5EF4-FFF2-40B4-BE49-F238E27FC236}">
                <a16:creationId xmlns:a16="http://schemas.microsoft.com/office/drawing/2014/main" id="{0B25F5BD-D543-DB11-BDFA-AD2A2AA279F2}"/>
              </a:ext>
            </a:extLst>
          </p:cNvPr>
          <p:cNvCxnSpPr>
            <a:cxnSpLocks/>
          </p:cNvCxnSpPr>
          <p:nvPr/>
        </p:nvCxnSpPr>
        <p:spPr>
          <a:xfrm flipV="1">
            <a:off x="846075" y="3442166"/>
            <a:ext cx="3046877" cy="972278"/>
          </a:xfrm>
          <a:prstGeom prst="bentConnector3">
            <a:avLst>
              <a:gd name="adj1" fmla="val 28117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: Elbow 1246">
            <a:extLst>
              <a:ext uri="{FF2B5EF4-FFF2-40B4-BE49-F238E27FC236}">
                <a16:creationId xmlns:a16="http://schemas.microsoft.com/office/drawing/2014/main" id="{5D523DCC-BBA1-909D-082C-206771E64703}"/>
              </a:ext>
            </a:extLst>
          </p:cNvPr>
          <p:cNvCxnSpPr>
            <a:cxnSpLocks/>
            <a:endCxn id="922" idx="2"/>
          </p:cNvCxnSpPr>
          <p:nvPr/>
        </p:nvCxnSpPr>
        <p:spPr>
          <a:xfrm rot="10800000" flipV="1">
            <a:off x="2051708" y="3467288"/>
            <a:ext cx="1841245" cy="971304"/>
          </a:xfrm>
          <a:prstGeom prst="bentConnector3">
            <a:avLst>
              <a:gd name="adj1" fmla="val 117351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5" name="Group 1264">
            <a:extLst>
              <a:ext uri="{FF2B5EF4-FFF2-40B4-BE49-F238E27FC236}">
                <a16:creationId xmlns:a16="http://schemas.microsoft.com/office/drawing/2014/main" id="{245AAF0A-1963-14F0-1F7C-F2E1B03D7E17}"/>
              </a:ext>
            </a:extLst>
          </p:cNvPr>
          <p:cNvGrpSpPr/>
          <p:nvPr/>
        </p:nvGrpSpPr>
        <p:grpSpPr>
          <a:xfrm>
            <a:off x="6289471" y="4124877"/>
            <a:ext cx="1286274" cy="2265665"/>
            <a:chOff x="3569837" y="3982396"/>
            <a:chExt cx="1286274" cy="2265665"/>
          </a:xfrm>
        </p:grpSpPr>
        <p:grpSp>
          <p:nvGrpSpPr>
            <p:cNvPr id="1266" name="Group 1265">
              <a:extLst>
                <a:ext uri="{FF2B5EF4-FFF2-40B4-BE49-F238E27FC236}">
                  <a16:creationId xmlns:a16="http://schemas.microsoft.com/office/drawing/2014/main" id="{45928D86-10C8-9D6C-259F-4DE2B09E5FF8}"/>
                </a:ext>
              </a:extLst>
            </p:cNvPr>
            <p:cNvGrpSpPr/>
            <p:nvPr/>
          </p:nvGrpSpPr>
          <p:grpSpPr>
            <a:xfrm>
              <a:off x="3569837" y="3982396"/>
              <a:ext cx="1286274" cy="2265665"/>
              <a:chOff x="3814228" y="3914327"/>
              <a:chExt cx="1286274" cy="2265665"/>
            </a:xfrm>
          </p:grpSpPr>
          <p:grpSp>
            <p:nvGrpSpPr>
              <p:cNvPr id="1276" name="Group 1275">
                <a:extLst>
                  <a:ext uri="{FF2B5EF4-FFF2-40B4-BE49-F238E27FC236}">
                    <a16:creationId xmlns:a16="http://schemas.microsoft.com/office/drawing/2014/main" id="{DE90BC15-863E-445D-E611-D557ECDAD6B9}"/>
                  </a:ext>
                </a:extLst>
              </p:cNvPr>
              <p:cNvGrpSpPr/>
              <p:nvPr/>
            </p:nvGrpSpPr>
            <p:grpSpPr>
              <a:xfrm>
                <a:off x="3814228" y="3914327"/>
                <a:ext cx="1286274" cy="1331937"/>
                <a:chOff x="3814228" y="3914327"/>
                <a:chExt cx="1286274" cy="1331937"/>
              </a:xfrm>
            </p:grpSpPr>
            <p:sp>
              <p:nvSpPr>
                <p:cNvPr id="1312" name="Rectangle 1311">
                  <a:extLst>
                    <a:ext uri="{FF2B5EF4-FFF2-40B4-BE49-F238E27FC236}">
                      <a16:creationId xmlns:a16="http://schemas.microsoft.com/office/drawing/2014/main" id="{51F22975-790B-6A84-961B-F6A552CD1791}"/>
                    </a:ext>
                  </a:extLst>
                </p:cNvPr>
                <p:cNvSpPr/>
                <p:nvPr/>
              </p:nvSpPr>
              <p:spPr>
                <a:xfrm>
                  <a:off x="3814228" y="3916562"/>
                  <a:ext cx="1286274" cy="1227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TextBox 1312">
                  <a:extLst>
                    <a:ext uri="{FF2B5EF4-FFF2-40B4-BE49-F238E27FC236}">
                      <a16:creationId xmlns:a16="http://schemas.microsoft.com/office/drawing/2014/main" id="{F0271D85-9658-8C58-BC7E-7793193AD9B1}"/>
                    </a:ext>
                  </a:extLst>
                </p:cNvPr>
                <p:cNvSpPr txBox="1"/>
                <p:nvPr/>
              </p:nvSpPr>
              <p:spPr>
                <a:xfrm>
                  <a:off x="4176272" y="4407038"/>
                  <a:ext cx="5526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Odrive S1</a:t>
                  </a:r>
                </a:p>
              </p:txBody>
            </p:sp>
            <p:grpSp>
              <p:nvGrpSpPr>
                <p:cNvPr id="1314" name="Group 1313">
                  <a:extLst>
                    <a:ext uri="{FF2B5EF4-FFF2-40B4-BE49-F238E27FC236}">
                      <a16:creationId xmlns:a16="http://schemas.microsoft.com/office/drawing/2014/main" id="{26F41E80-5333-0E53-4688-7339CB849D26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4027788" y="3914327"/>
                  <a:ext cx="858838" cy="352139"/>
                  <a:chOff x="1569243" y="1090899"/>
                  <a:chExt cx="858837" cy="352139"/>
                </a:xfrm>
              </p:grpSpPr>
              <p:grpSp>
                <p:nvGrpSpPr>
                  <p:cNvPr id="1356" name="Group 1355">
                    <a:extLst>
                      <a:ext uri="{FF2B5EF4-FFF2-40B4-BE49-F238E27FC236}">
                        <a16:creationId xmlns:a16="http://schemas.microsoft.com/office/drawing/2014/main" id="{26F6D0C5-5C80-F3C9-3F6B-C8574AB3AD97}"/>
                      </a:ext>
                    </a:extLst>
                  </p:cNvPr>
                  <p:cNvGrpSpPr/>
                  <p:nvPr/>
                </p:nvGrpSpPr>
                <p:grpSpPr>
                  <a:xfrm>
                    <a:off x="1569243" y="1090899"/>
                    <a:ext cx="395287" cy="352139"/>
                    <a:chOff x="1195584" y="1090899"/>
                    <a:chExt cx="395287" cy="352139"/>
                  </a:xfrm>
                </p:grpSpPr>
                <p:grpSp>
                  <p:nvGrpSpPr>
                    <p:cNvPr id="1367" name="Group 1366">
                      <a:extLst>
                        <a:ext uri="{FF2B5EF4-FFF2-40B4-BE49-F238E27FC236}">
                          <a16:creationId xmlns:a16="http://schemas.microsoft.com/office/drawing/2014/main" id="{FEACFFB9-FD49-1CB0-8A5F-80C9518E76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7769" y="1090899"/>
                      <a:ext cx="375041" cy="347791"/>
                      <a:chOff x="1360096" y="1838301"/>
                      <a:chExt cx="375041" cy="347791"/>
                    </a:xfrm>
                  </p:grpSpPr>
                  <p:sp>
                    <p:nvSpPr>
                      <p:cNvPr id="1369" name="TextBox 1368">
                        <a:extLst>
                          <a:ext uri="{FF2B5EF4-FFF2-40B4-BE49-F238E27FC236}">
                            <a16:creationId xmlns:a16="http://schemas.microsoft.com/office/drawing/2014/main" id="{263CFD15-76A5-FE88-6FFD-658F1FBD8B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87676" y="1838301"/>
                        <a:ext cx="335755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 u="sng"/>
                          <a:t>J16</a:t>
                        </a:r>
                      </a:p>
                    </p:txBody>
                  </p:sp>
                  <p:sp>
                    <p:nvSpPr>
                      <p:cNvPr id="1370" name="TextBox 1369">
                        <a:extLst>
                          <a:ext uri="{FF2B5EF4-FFF2-40B4-BE49-F238E27FC236}">
                            <a16:creationId xmlns:a16="http://schemas.microsoft.com/office/drawing/2014/main" id="{0BCB1AD6-7A22-0A2B-FAC6-B49D8D5DFD5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0096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</a:t>
                        </a:r>
                      </a:p>
                    </p:txBody>
                  </p:sp>
                  <p:sp>
                    <p:nvSpPr>
                      <p:cNvPr id="1371" name="TextBox 1370">
                        <a:extLst>
                          <a:ext uri="{FF2B5EF4-FFF2-40B4-BE49-F238E27FC236}">
                            <a16:creationId xmlns:a16="http://schemas.microsoft.com/office/drawing/2014/main" id="{61F96B93-4A14-FC16-DF5B-A11C72E1EB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76480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</a:t>
                        </a:r>
                      </a:p>
                    </p:txBody>
                  </p:sp>
                  <p:sp>
                    <p:nvSpPr>
                      <p:cNvPr id="1372" name="TextBox 1371">
                        <a:extLst>
                          <a:ext uri="{FF2B5EF4-FFF2-40B4-BE49-F238E27FC236}">
                            <a16:creationId xmlns:a16="http://schemas.microsoft.com/office/drawing/2014/main" id="{4C60A622-2A11-78B4-CB86-0AF1AAC8D1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603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4</a:t>
                        </a:r>
                      </a:p>
                    </p:txBody>
                  </p:sp>
                  <p:cxnSp>
                    <p:nvCxnSpPr>
                      <p:cNvPr id="1373" name="Straight Connector 1372">
                        <a:extLst>
                          <a:ext uri="{FF2B5EF4-FFF2-40B4-BE49-F238E27FC236}">
                            <a16:creationId xmlns:a16="http://schemas.microsoft.com/office/drawing/2014/main" id="{740FF153-EB46-4FDB-87F5-93B6E162A50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32822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74" name="Straight Connector 1373">
                        <a:extLst>
                          <a:ext uri="{FF2B5EF4-FFF2-40B4-BE49-F238E27FC236}">
                            <a16:creationId xmlns:a16="http://schemas.microsoft.com/office/drawing/2014/main" id="{BB32CB87-378B-3EDB-41BA-EF22D9E1733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2875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75" name="Straight Connector 1374">
                        <a:extLst>
                          <a:ext uri="{FF2B5EF4-FFF2-40B4-BE49-F238E27FC236}">
                            <a16:creationId xmlns:a16="http://schemas.microsoft.com/office/drawing/2014/main" id="{61701B9E-44C3-9155-D7C9-E9C4E0552F0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670836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368" name="Rectangle 1367">
                      <a:extLst>
                        <a:ext uri="{FF2B5EF4-FFF2-40B4-BE49-F238E27FC236}">
                          <a16:creationId xmlns:a16="http://schemas.microsoft.com/office/drawing/2014/main" id="{237719B2-9E30-DB20-CEF1-C1ABCBF07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584" y="1131094"/>
                      <a:ext cx="395287" cy="311944"/>
                    </a:xfrm>
                    <a:prstGeom prst="rect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57" name="Group 1356">
                    <a:extLst>
                      <a:ext uri="{FF2B5EF4-FFF2-40B4-BE49-F238E27FC236}">
                        <a16:creationId xmlns:a16="http://schemas.microsoft.com/office/drawing/2014/main" id="{8363CB0F-45B8-F534-48E8-F0CD7F09B577}"/>
                      </a:ext>
                    </a:extLst>
                  </p:cNvPr>
                  <p:cNvGrpSpPr/>
                  <p:nvPr/>
                </p:nvGrpSpPr>
                <p:grpSpPr>
                  <a:xfrm>
                    <a:off x="2032793" y="1090899"/>
                    <a:ext cx="395287" cy="352139"/>
                    <a:chOff x="1195584" y="1090899"/>
                    <a:chExt cx="395287" cy="352139"/>
                  </a:xfrm>
                </p:grpSpPr>
                <p:grpSp>
                  <p:nvGrpSpPr>
                    <p:cNvPr id="1358" name="Group 1357">
                      <a:extLst>
                        <a:ext uri="{FF2B5EF4-FFF2-40B4-BE49-F238E27FC236}">
                          <a16:creationId xmlns:a16="http://schemas.microsoft.com/office/drawing/2014/main" id="{83728A38-B7B7-5B60-A910-9873D1102A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00944" y="1090899"/>
                      <a:ext cx="384566" cy="347791"/>
                      <a:chOff x="1363271" y="1838301"/>
                      <a:chExt cx="384566" cy="347791"/>
                    </a:xfrm>
                  </p:grpSpPr>
                  <p:sp>
                    <p:nvSpPr>
                      <p:cNvPr id="1360" name="TextBox 1359">
                        <a:extLst>
                          <a:ext uri="{FF2B5EF4-FFF2-40B4-BE49-F238E27FC236}">
                            <a16:creationId xmlns:a16="http://schemas.microsoft.com/office/drawing/2014/main" id="{85BD37A8-CFAD-DDC2-541A-5487C084EDB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87676" y="1838301"/>
                        <a:ext cx="335755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 u="sng"/>
                          <a:t>J17</a:t>
                        </a:r>
                      </a:p>
                    </p:txBody>
                  </p:sp>
                  <p:sp>
                    <p:nvSpPr>
                      <p:cNvPr id="1361" name="TextBox 1360">
                        <a:extLst>
                          <a:ext uri="{FF2B5EF4-FFF2-40B4-BE49-F238E27FC236}">
                            <a16:creationId xmlns:a16="http://schemas.microsoft.com/office/drawing/2014/main" id="{7A64C050-58E6-2E69-432C-E5B84FDDBD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3271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</a:t>
                        </a:r>
                      </a:p>
                    </p:txBody>
                  </p:sp>
                  <p:sp>
                    <p:nvSpPr>
                      <p:cNvPr id="1362" name="TextBox 1361">
                        <a:extLst>
                          <a:ext uri="{FF2B5EF4-FFF2-40B4-BE49-F238E27FC236}">
                            <a16:creationId xmlns:a16="http://schemas.microsoft.com/office/drawing/2014/main" id="{056C29B7-C52C-4947-491E-24BC39661F6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8600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</a:t>
                        </a:r>
                      </a:p>
                    </p:txBody>
                  </p:sp>
                  <p:sp>
                    <p:nvSpPr>
                      <p:cNvPr id="1363" name="TextBox 1362">
                        <a:extLst>
                          <a:ext uri="{FF2B5EF4-FFF2-40B4-BE49-F238E27FC236}">
                            <a16:creationId xmlns:a16="http://schemas.microsoft.com/office/drawing/2014/main" id="{57930F99-0FCC-A81F-4236-3C6296B1523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0873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4</a:t>
                        </a:r>
                      </a:p>
                    </p:txBody>
                  </p:sp>
                  <p:cxnSp>
                    <p:nvCxnSpPr>
                      <p:cNvPr id="1364" name="Straight Connector 1363">
                        <a:extLst>
                          <a:ext uri="{FF2B5EF4-FFF2-40B4-BE49-F238E27FC236}">
                            <a16:creationId xmlns:a16="http://schemas.microsoft.com/office/drawing/2014/main" id="{4C195534-DD98-6B47-D3B6-F388D1BF845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32822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5" name="Straight Connector 1364">
                        <a:extLst>
                          <a:ext uri="{FF2B5EF4-FFF2-40B4-BE49-F238E27FC236}">
                            <a16:creationId xmlns:a16="http://schemas.microsoft.com/office/drawing/2014/main" id="{97134599-7FAC-D0BE-D8A4-71D0C176A27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2875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6" name="Straight Connector 1365">
                        <a:extLst>
                          <a:ext uri="{FF2B5EF4-FFF2-40B4-BE49-F238E27FC236}">
                            <a16:creationId xmlns:a16="http://schemas.microsoft.com/office/drawing/2014/main" id="{CA8874DA-4273-0F68-7799-CF8F506BE6A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670836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359" name="Rectangle 1358">
                      <a:extLst>
                        <a:ext uri="{FF2B5EF4-FFF2-40B4-BE49-F238E27FC236}">
                          <a16:creationId xmlns:a16="http://schemas.microsoft.com/office/drawing/2014/main" id="{67664071-6627-8E83-1C3F-72682672C5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584" y="1131094"/>
                      <a:ext cx="395287" cy="311944"/>
                    </a:xfrm>
                    <a:prstGeom prst="rect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15" name="Group 1314">
                  <a:extLst>
                    <a:ext uri="{FF2B5EF4-FFF2-40B4-BE49-F238E27FC236}">
                      <a16:creationId xmlns:a16="http://schemas.microsoft.com/office/drawing/2014/main" id="{6EFF4E2F-835D-5BEE-DAF4-356269C92D14}"/>
                    </a:ext>
                  </a:extLst>
                </p:cNvPr>
                <p:cNvGrpSpPr/>
                <p:nvPr/>
              </p:nvGrpSpPr>
              <p:grpSpPr>
                <a:xfrm rot="5400000">
                  <a:off x="3476612" y="4567261"/>
                  <a:ext cx="1016923" cy="341083"/>
                  <a:chOff x="3480993" y="2105791"/>
                  <a:chExt cx="1016923" cy="341083"/>
                </a:xfrm>
              </p:grpSpPr>
              <p:sp>
                <p:nvSpPr>
                  <p:cNvPr id="1335" name="TextBox 1334">
                    <a:extLst>
                      <a:ext uri="{FF2B5EF4-FFF2-40B4-BE49-F238E27FC236}">
                        <a16:creationId xmlns:a16="http://schemas.microsoft.com/office/drawing/2014/main" id="{81D5F1EB-7E94-4117-B8D7-8D599D1C9043}"/>
                      </a:ext>
                    </a:extLst>
                  </p:cNvPr>
                  <p:cNvSpPr txBox="1"/>
                  <p:nvPr/>
                </p:nvSpPr>
                <p:spPr>
                  <a:xfrm>
                    <a:off x="3814303" y="2105791"/>
                    <a:ext cx="308373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" u="sng"/>
                      <a:t>J11</a:t>
                    </a:r>
                    <a:endParaRPr lang="en-US" sz="1051" u="sng"/>
                  </a:p>
                </p:txBody>
              </p:sp>
              <p:sp>
                <p:nvSpPr>
                  <p:cNvPr id="1336" name="Rectangle 1335">
                    <a:extLst>
                      <a:ext uri="{FF2B5EF4-FFF2-40B4-BE49-F238E27FC236}">
                        <a16:creationId xmlns:a16="http://schemas.microsoft.com/office/drawing/2014/main" id="{448BE794-349E-CAAA-1D87-72FC573FF9BC}"/>
                      </a:ext>
                    </a:extLst>
                  </p:cNvPr>
                  <p:cNvSpPr/>
                  <p:nvPr/>
                </p:nvSpPr>
                <p:spPr>
                  <a:xfrm>
                    <a:off x="3538939" y="2134930"/>
                    <a:ext cx="854868" cy="311944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37" name="Group 1336">
                    <a:extLst>
                      <a:ext uri="{FF2B5EF4-FFF2-40B4-BE49-F238E27FC236}">
                        <a16:creationId xmlns:a16="http://schemas.microsoft.com/office/drawing/2014/main" id="{689AD33E-11E3-DC05-B322-1ED7D7C9F3C8}"/>
                      </a:ext>
                    </a:extLst>
                  </p:cNvPr>
                  <p:cNvGrpSpPr/>
                  <p:nvPr/>
                </p:nvGrpSpPr>
                <p:grpSpPr>
                  <a:xfrm>
                    <a:off x="3480993" y="2228579"/>
                    <a:ext cx="1016923" cy="218295"/>
                    <a:chOff x="1628376" y="2167079"/>
                    <a:chExt cx="1016923" cy="218295"/>
                  </a:xfrm>
                </p:grpSpPr>
                <p:grpSp>
                  <p:nvGrpSpPr>
                    <p:cNvPr id="1338" name="Group 1337">
                      <a:extLst>
                        <a:ext uri="{FF2B5EF4-FFF2-40B4-BE49-F238E27FC236}">
                          <a16:creationId xmlns:a16="http://schemas.microsoft.com/office/drawing/2014/main" id="{85A85D3D-D050-02B5-6877-7C83B5E552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28376" y="2167079"/>
                      <a:ext cx="275967" cy="218295"/>
                      <a:chOff x="1628376" y="2139165"/>
                      <a:chExt cx="275967" cy="218295"/>
                    </a:xfrm>
                  </p:grpSpPr>
                  <p:sp>
                    <p:nvSpPr>
                      <p:cNvPr id="1354" name="TextBox 1353">
                        <a:extLst>
                          <a:ext uri="{FF2B5EF4-FFF2-40B4-BE49-F238E27FC236}">
                            <a16:creationId xmlns:a16="http://schemas.microsoft.com/office/drawing/2014/main" id="{BF19C6A3-FC85-A7B1-587E-6DFF5DB9260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6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25</a:t>
                        </a:r>
                      </a:p>
                    </p:txBody>
                  </p:sp>
                  <p:cxnSp>
                    <p:nvCxnSpPr>
                      <p:cNvPr id="1355" name="Straight Connector 1354">
                        <a:extLst>
                          <a:ext uri="{FF2B5EF4-FFF2-40B4-BE49-F238E27FC236}">
                            <a16:creationId xmlns:a16="http://schemas.microsoft.com/office/drawing/2014/main" id="{58E97376-D390-FD46-3679-26486125E93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39" name="Group 1338">
                      <a:extLst>
                        <a:ext uri="{FF2B5EF4-FFF2-40B4-BE49-F238E27FC236}">
                          <a16:creationId xmlns:a16="http://schemas.microsoft.com/office/drawing/2014/main" id="{199A39C7-91E6-0E25-A0F8-70007DC049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7335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352" name="TextBox 1351">
                        <a:extLst>
                          <a:ext uri="{FF2B5EF4-FFF2-40B4-BE49-F238E27FC236}">
                            <a16:creationId xmlns:a16="http://schemas.microsoft.com/office/drawing/2014/main" id="{CE580B07-EC1B-C7FD-251B-2FD93625CA8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26</a:t>
                        </a:r>
                      </a:p>
                    </p:txBody>
                  </p:sp>
                  <p:cxnSp>
                    <p:nvCxnSpPr>
                      <p:cNvPr id="1353" name="Straight Connector 1352">
                        <a:extLst>
                          <a:ext uri="{FF2B5EF4-FFF2-40B4-BE49-F238E27FC236}">
                            <a16:creationId xmlns:a16="http://schemas.microsoft.com/office/drawing/2014/main" id="{278F5BC9-9D74-C3CB-8A55-B2F8A4137CD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40" name="Group 1339">
                      <a:extLst>
                        <a:ext uri="{FF2B5EF4-FFF2-40B4-BE49-F238E27FC236}">
                          <a16:creationId xmlns:a16="http://schemas.microsoft.com/office/drawing/2014/main" id="{7803135E-86F9-7C96-557C-883129D5D8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84209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350" name="TextBox 1349">
                        <a:extLst>
                          <a:ext uri="{FF2B5EF4-FFF2-40B4-BE49-F238E27FC236}">
                            <a16:creationId xmlns:a16="http://schemas.microsoft.com/office/drawing/2014/main" id="{CEA02783-6D4A-88CA-FB62-F943DABF747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29</a:t>
                        </a:r>
                      </a:p>
                    </p:txBody>
                  </p:sp>
                  <p:cxnSp>
                    <p:nvCxnSpPr>
                      <p:cNvPr id="1351" name="Straight Connector 1350">
                        <a:extLst>
                          <a:ext uri="{FF2B5EF4-FFF2-40B4-BE49-F238E27FC236}">
                            <a16:creationId xmlns:a16="http://schemas.microsoft.com/office/drawing/2014/main" id="{859D2F19-DCEC-6794-9F4D-F380146A9FB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41" name="Group 1340">
                      <a:extLst>
                        <a:ext uri="{FF2B5EF4-FFF2-40B4-BE49-F238E27FC236}">
                          <a16:creationId xmlns:a16="http://schemas.microsoft.com/office/drawing/2014/main" id="{AD0CC2E7-9C16-0330-A2C8-49D767A075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5251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348" name="TextBox 1347">
                        <a:extLst>
                          <a:ext uri="{FF2B5EF4-FFF2-40B4-BE49-F238E27FC236}">
                            <a16:creationId xmlns:a16="http://schemas.microsoft.com/office/drawing/2014/main" id="{3D230A80-F6C1-F0AC-2E4C-CE531BE5E6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28</a:t>
                        </a:r>
                      </a:p>
                    </p:txBody>
                  </p:sp>
                  <p:cxnSp>
                    <p:nvCxnSpPr>
                      <p:cNvPr id="1349" name="Straight Connector 1348">
                        <a:extLst>
                          <a:ext uri="{FF2B5EF4-FFF2-40B4-BE49-F238E27FC236}">
                            <a16:creationId xmlns:a16="http://schemas.microsoft.com/office/drawing/2014/main" id="{26C7D539-8BE3-EBCC-96A2-C2340ECBA6C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42" name="Group 1341">
                      <a:extLst>
                        <a:ext uri="{FF2B5EF4-FFF2-40B4-BE49-F238E27FC236}">
                          <a16:creationId xmlns:a16="http://schemas.microsoft.com/office/drawing/2014/main" id="{83B4C3AA-04C3-1763-764B-E9DE67B237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06293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346" name="TextBox 1345">
                        <a:extLst>
                          <a:ext uri="{FF2B5EF4-FFF2-40B4-BE49-F238E27FC236}">
                            <a16:creationId xmlns:a16="http://schemas.microsoft.com/office/drawing/2014/main" id="{3FCAE30B-8D33-B1BF-BB5E-24954C293A2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27</a:t>
                        </a:r>
                      </a:p>
                    </p:txBody>
                  </p:sp>
                  <p:cxnSp>
                    <p:nvCxnSpPr>
                      <p:cNvPr id="1347" name="Straight Connector 1346">
                        <a:extLst>
                          <a:ext uri="{FF2B5EF4-FFF2-40B4-BE49-F238E27FC236}">
                            <a16:creationId xmlns:a16="http://schemas.microsoft.com/office/drawing/2014/main" id="{0AD9C8C2-00CC-3AFE-F75F-52D7E51F138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43" name="Group 1342">
                      <a:extLst>
                        <a:ext uri="{FF2B5EF4-FFF2-40B4-BE49-F238E27FC236}">
                          <a16:creationId xmlns:a16="http://schemas.microsoft.com/office/drawing/2014/main" id="{84BCCA03-9A04-B38F-5D73-0E712D1D83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69332" y="2167080"/>
                      <a:ext cx="275967" cy="218294"/>
                      <a:chOff x="1674542" y="2139166"/>
                      <a:chExt cx="275967" cy="218294"/>
                    </a:xfrm>
                  </p:grpSpPr>
                  <p:sp>
                    <p:nvSpPr>
                      <p:cNvPr id="1344" name="TextBox 1343">
                        <a:extLst>
                          <a:ext uri="{FF2B5EF4-FFF2-40B4-BE49-F238E27FC236}">
                            <a16:creationId xmlns:a16="http://schemas.microsoft.com/office/drawing/2014/main" id="{6855A26B-23D5-69A3-2C0E-54240D91DBC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74542" y="2139166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30</a:t>
                        </a:r>
                      </a:p>
                    </p:txBody>
                  </p:sp>
                  <p:cxnSp>
                    <p:nvCxnSpPr>
                      <p:cNvPr id="1345" name="Straight Connector 1344">
                        <a:extLst>
                          <a:ext uri="{FF2B5EF4-FFF2-40B4-BE49-F238E27FC236}">
                            <a16:creationId xmlns:a16="http://schemas.microsoft.com/office/drawing/2014/main" id="{5EF4A3C2-C255-743D-2C56-66C2E714D07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grpSp>
              <p:nvGrpSpPr>
                <p:cNvPr id="1316" name="Group 1315">
                  <a:extLst>
                    <a:ext uri="{FF2B5EF4-FFF2-40B4-BE49-F238E27FC236}">
                      <a16:creationId xmlns:a16="http://schemas.microsoft.com/office/drawing/2014/main" id="{3B1655EF-9C86-66A9-F63F-C51C9D784ADC}"/>
                    </a:ext>
                  </a:extLst>
                </p:cNvPr>
                <p:cNvGrpSpPr/>
                <p:nvPr/>
              </p:nvGrpSpPr>
              <p:grpSpPr>
                <a:xfrm rot="16200000">
                  <a:off x="4492081" y="4609459"/>
                  <a:ext cx="840102" cy="357153"/>
                  <a:chOff x="1730405" y="2597186"/>
                  <a:chExt cx="840102" cy="357153"/>
                </a:xfrm>
              </p:grpSpPr>
              <p:sp>
                <p:nvSpPr>
                  <p:cNvPr id="1317" name="TextBox 1316">
                    <a:extLst>
                      <a:ext uri="{FF2B5EF4-FFF2-40B4-BE49-F238E27FC236}">
                        <a16:creationId xmlns:a16="http://schemas.microsoft.com/office/drawing/2014/main" id="{464E3585-563A-EA58-82DC-449DFD4AC6F7}"/>
                      </a:ext>
                    </a:extLst>
                  </p:cNvPr>
                  <p:cNvSpPr txBox="1"/>
                  <p:nvPr/>
                </p:nvSpPr>
                <p:spPr>
                  <a:xfrm>
                    <a:off x="1952814" y="2597186"/>
                    <a:ext cx="39528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" u="sng"/>
                      <a:t>Power</a:t>
                    </a:r>
                    <a:endParaRPr lang="en-US" sz="1051" u="sng"/>
                  </a:p>
                </p:txBody>
              </p:sp>
              <p:sp>
                <p:nvSpPr>
                  <p:cNvPr id="1318" name="Rectangle 1317">
                    <a:extLst>
                      <a:ext uri="{FF2B5EF4-FFF2-40B4-BE49-F238E27FC236}">
                        <a16:creationId xmlns:a16="http://schemas.microsoft.com/office/drawing/2014/main" id="{DF3A7235-1941-FB8A-5DB0-B0AB57F5BE95}"/>
                      </a:ext>
                    </a:extLst>
                  </p:cNvPr>
                  <p:cNvSpPr/>
                  <p:nvPr/>
                </p:nvSpPr>
                <p:spPr>
                  <a:xfrm>
                    <a:off x="1800265" y="2642395"/>
                    <a:ext cx="700383" cy="311944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19" name="Group 1318">
                    <a:extLst>
                      <a:ext uri="{FF2B5EF4-FFF2-40B4-BE49-F238E27FC236}">
                        <a16:creationId xmlns:a16="http://schemas.microsoft.com/office/drawing/2014/main" id="{978B59FE-0DD1-8B7A-043E-0F55A8C6C9F4}"/>
                      </a:ext>
                    </a:extLst>
                  </p:cNvPr>
                  <p:cNvGrpSpPr/>
                  <p:nvPr/>
                </p:nvGrpSpPr>
                <p:grpSpPr>
                  <a:xfrm>
                    <a:off x="1730405" y="2734269"/>
                    <a:ext cx="840102" cy="218295"/>
                    <a:chOff x="1730405" y="2734269"/>
                    <a:chExt cx="840102" cy="218295"/>
                  </a:xfrm>
                </p:grpSpPr>
                <p:grpSp>
                  <p:nvGrpSpPr>
                    <p:cNvPr id="1320" name="Group 1319">
                      <a:extLst>
                        <a:ext uri="{FF2B5EF4-FFF2-40B4-BE49-F238E27FC236}">
                          <a16:creationId xmlns:a16="http://schemas.microsoft.com/office/drawing/2014/main" id="{5A76CDB6-715F-BDBE-A96C-67C9064823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0405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333" name="TextBox 1332">
                        <a:extLst>
                          <a:ext uri="{FF2B5EF4-FFF2-40B4-BE49-F238E27FC236}">
                            <a16:creationId xmlns:a16="http://schemas.microsoft.com/office/drawing/2014/main" id="{EB0A7AB0-F5BE-8017-4AC1-E18A77D335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A</a:t>
                        </a:r>
                      </a:p>
                    </p:txBody>
                  </p:sp>
                  <p:cxnSp>
                    <p:nvCxnSpPr>
                      <p:cNvPr id="1334" name="Straight Connector 1333">
                        <a:extLst>
                          <a:ext uri="{FF2B5EF4-FFF2-40B4-BE49-F238E27FC236}">
                            <a16:creationId xmlns:a16="http://schemas.microsoft.com/office/drawing/2014/main" id="{56AB36EA-4CFA-BC88-9C90-0852DD8FCFB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21" name="Group 1320">
                      <a:extLst>
                        <a:ext uri="{FF2B5EF4-FFF2-40B4-BE49-F238E27FC236}">
                          <a16:creationId xmlns:a16="http://schemas.microsoft.com/office/drawing/2014/main" id="{B64E33BD-325B-2A5F-B91E-EF67C88374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71439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331" name="TextBox 1330">
                        <a:extLst>
                          <a:ext uri="{FF2B5EF4-FFF2-40B4-BE49-F238E27FC236}">
                            <a16:creationId xmlns:a16="http://schemas.microsoft.com/office/drawing/2014/main" id="{8E48819C-94F2-4E6D-0858-D3C890B681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B</a:t>
                        </a:r>
                      </a:p>
                    </p:txBody>
                  </p:sp>
                  <p:cxnSp>
                    <p:nvCxnSpPr>
                      <p:cNvPr id="1332" name="Straight Connector 1331">
                        <a:extLst>
                          <a:ext uri="{FF2B5EF4-FFF2-40B4-BE49-F238E27FC236}">
                            <a16:creationId xmlns:a16="http://schemas.microsoft.com/office/drawing/2014/main" id="{DA743162-1A8B-BF87-40F6-B98B1D54649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22" name="Group 1321">
                      <a:extLst>
                        <a:ext uri="{FF2B5EF4-FFF2-40B4-BE49-F238E27FC236}">
                          <a16:creationId xmlns:a16="http://schemas.microsoft.com/office/drawing/2014/main" id="{76B4DDEA-4AF9-58BA-A9D0-1EB3A1D833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94540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329" name="TextBox 1328">
                        <a:extLst>
                          <a:ext uri="{FF2B5EF4-FFF2-40B4-BE49-F238E27FC236}">
                            <a16:creationId xmlns:a16="http://schemas.microsoft.com/office/drawing/2014/main" id="{7FD2F573-5CA3-FC94-E329-5F03186436B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-</a:t>
                        </a:r>
                      </a:p>
                    </p:txBody>
                  </p:sp>
                  <p:cxnSp>
                    <p:nvCxnSpPr>
                      <p:cNvPr id="1330" name="Straight Connector 1329">
                        <a:extLst>
                          <a:ext uri="{FF2B5EF4-FFF2-40B4-BE49-F238E27FC236}">
                            <a16:creationId xmlns:a16="http://schemas.microsoft.com/office/drawing/2014/main" id="{4A91386A-A728-0717-F036-67D8360E09E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23" name="Group 1322">
                      <a:extLst>
                        <a:ext uri="{FF2B5EF4-FFF2-40B4-BE49-F238E27FC236}">
                          <a16:creationId xmlns:a16="http://schemas.microsoft.com/office/drawing/2014/main" id="{976876F2-124E-9885-8B21-9E9E8B3D75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12473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327" name="TextBox 1326">
                        <a:extLst>
                          <a:ext uri="{FF2B5EF4-FFF2-40B4-BE49-F238E27FC236}">
                            <a16:creationId xmlns:a16="http://schemas.microsoft.com/office/drawing/2014/main" id="{1E8644B0-F69F-F884-5B38-3D2DD20C3B3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C</a:t>
                        </a:r>
                      </a:p>
                    </p:txBody>
                  </p:sp>
                  <p:cxnSp>
                    <p:nvCxnSpPr>
                      <p:cNvPr id="1328" name="Straight Connector 1327">
                        <a:extLst>
                          <a:ext uri="{FF2B5EF4-FFF2-40B4-BE49-F238E27FC236}">
                            <a16:creationId xmlns:a16="http://schemas.microsoft.com/office/drawing/2014/main" id="{471391EF-705E-B74F-6768-CF8E38CA90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324" name="Group 1323">
                      <a:extLst>
                        <a:ext uri="{FF2B5EF4-FFF2-40B4-BE49-F238E27FC236}">
                          <a16:creationId xmlns:a16="http://schemas.microsoft.com/office/drawing/2014/main" id="{83021D4B-A75C-F1E0-9FCC-2981B013E4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53507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325" name="TextBox 1324">
                        <a:extLst>
                          <a:ext uri="{FF2B5EF4-FFF2-40B4-BE49-F238E27FC236}">
                            <a16:creationId xmlns:a16="http://schemas.microsoft.com/office/drawing/2014/main" id="{977EC4B4-77FE-7440-FFE7-534CE523D1D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+</a:t>
                        </a:r>
                      </a:p>
                    </p:txBody>
                  </p:sp>
                  <p:cxnSp>
                    <p:nvCxnSpPr>
                      <p:cNvPr id="1326" name="Straight Connector 1325">
                        <a:extLst>
                          <a:ext uri="{FF2B5EF4-FFF2-40B4-BE49-F238E27FC236}">
                            <a16:creationId xmlns:a16="http://schemas.microsoft.com/office/drawing/2014/main" id="{F87C1795-662A-77B7-FCBE-2622B98AEC3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  <p:grpSp>
            <p:nvGrpSpPr>
              <p:cNvPr id="1277" name="Group 1276">
                <a:extLst>
                  <a:ext uri="{FF2B5EF4-FFF2-40B4-BE49-F238E27FC236}">
                    <a16:creationId xmlns:a16="http://schemas.microsoft.com/office/drawing/2014/main" id="{3E52888A-1E99-E257-3E98-4289F2EA8958}"/>
                  </a:ext>
                </a:extLst>
              </p:cNvPr>
              <p:cNvGrpSpPr/>
              <p:nvPr/>
            </p:nvGrpSpPr>
            <p:grpSpPr>
              <a:xfrm rot="16200000">
                <a:off x="4513427" y="5423143"/>
                <a:ext cx="605811" cy="542940"/>
                <a:chOff x="2685919" y="2092325"/>
                <a:chExt cx="605811" cy="542940"/>
              </a:xfrm>
            </p:grpSpPr>
            <p:sp>
              <p:nvSpPr>
                <p:cNvPr id="1300" name="Rectangle 1299">
                  <a:extLst>
                    <a:ext uri="{FF2B5EF4-FFF2-40B4-BE49-F238E27FC236}">
                      <a16:creationId xmlns:a16="http://schemas.microsoft.com/office/drawing/2014/main" id="{BB367965-CCA7-00BD-390C-572E7E663586}"/>
                    </a:ext>
                  </a:extLst>
                </p:cNvPr>
                <p:cNvSpPr/>
                <p:nvPr/>
              </p:nvSpPr>
              <p:spPr>
                <a:xfrm>
                  <a:off x="2685919" y="2092325"/>
                  <a:ext cx="605811" cy="5429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1" name="TextBox 1300">
                  <a:extLst>
                    <a:ext uri="{FF2B5EF4-FFF2-40B4-BE49-F238E27FC236}">
                      <a16:creationId xmlns:a16="http://schemas.microsoft.com/office/drawing/2014/main" id="{FC4846ED-19B9-F756-F10C-1E41094D6439}"/>
                    </a:ext>
                  </a:extLst>
                </p:cNvPr>
                <p:cNvSpPr txBox="1"/>
                <p:nvPr/>
              </p:nvSpPr>
              <p:spPr>
                <a:xfrm>
                  <a:off x="2713548" y="2156713"/>
                  <a:ext cx="55269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BLDC</a:t>
                  </a:r>
                </a:p>
              </p:txBody>
            </p:sp>
            <p:grpSp>
              <p:nvGrpSpPr>
                <p:cNvPr id="1302" name="Group 1301">
                  <a:extLst>
                    <a:ext uri="{FF2B5EF4-FFF2-40B4-BE49-F238E27FC236}">
                      <a16:creationId xmlns:a16="http://schemas.microsoft.com/office/drawing/2014/main" id="{93F3BB07-B826-8FE9-3101-A9D7E7C615CB}"/>
                    </a:ext>
                  </a:extLst>
                </p:cNvPr>
                <p:cNvGrpSpPr/>
                <p:nvPr/>
              </p:nvGrpSpPr>
              <p:grpSpPr>
                <a:xfrm>
                  <a:off x="2709807" y="2416970"/>
                  <a:ext cx="558035" cy="218295"/>
                  <a:chOff x="1407570" y="2132976"/>
                  <a:chExt cx="558035" cy="218295"/>
                </a:xfrm>
              </p:grpSpPr>
              <p:grpSp>
                <p:nvGrpSpPr>
                  <p:cNvPr id="1303" name="Group 1302">
                    <a:extLst>
                      <a:ext uri="{FF2B5EF4-FFF2-40B4-BE49-F238E27FC236}">
                        <a16:creationId xmlns:a16="http://schemas.microsoft.com/office/drawing/2014/main" id="{172249C9-0395-B294-4CD7-47BB201EC208}"/>
                      </a:ext>
                    </a:extLst>
                  </p:cNvPr>
                  <p:cNvGrpSpPr/>
                  <p:nvPr/>
                </p:nvGrpSpPr>
                <p:grpSpPr>
                  <a:xfrm>
                    <a:off x="1407570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310" name="TextBox 1309">
                      <a:extLst>
                        <a:ext uri="{FF2B5EF4-FFF2-40B4-BE49-F238E27FC236}">
                          <a16:creationId xmlns:a16="http://schemas.microsoft.com/office/drawing/2014/main" id="{93E49DE5-9C59-8E34-8C52-64FE583AA0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A</a:t>
                      </a:r>
                    </a:p>
                  </p:txBody>
                </p:sp>
                <p:cxnSp>
                  <p:nvCxnSpPr>
                    <p:cNvPr id="1311" name="Straight Connector 1310">
                      <a:extLst>
                        <a:ext uri="{FF2B5EF4-FFF2-40B4-BE49-F238E27FC236}">
                          <a16:creationId xmlns:a16="http://schemas.microsoft.com/office/drawing/2014/main" id="{8CDE9BB9-88BE-BB67-E346-20DADA0226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04" name="Group 1303">
                    <a:extLst>
                      <a:ext uri="{FF2B5EF4-FFF2-40B4-BE49-F238E27FC236}">
                        <a16:creationId xmlns:a16="http://schemas.microsoft.com/office/drawing/2014/main" id="{EA9DBEA0-1726-85AE-B34A-3F5C97E0EA12}"/>
                      </a:ext>
                    </a:extLst>
                  </p:cNvPr>
                  <p:cNvGrpSpPr/>
                  <p:nvPr/>
                </p:nvGrpSpPr>
                <p:grpSpPr>
                  <a:xfrm>
                    <a:off x="1548604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308" name="TextBox 1307">
                      <a:extLst>
                        <a:ext uri="{FF2B5EF4-FFF2-40B4-BE49-F238E27FC236}">
                          <a16:creationId xmlns:a16="http://schemas.microsoft.com/office/drawing/2014/main" id="{AACBB982-2200-E0E6-93DA-F0F228D6C2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B</a:t>
                      </a:r>
                    </a:p>
                  </p:txBody>
                </p:sp>
                <p:cxnSp>
                  <p:nvCxnSpPr>
                    <p:cNvPr id="1309" name="Straight Connector 1308">
                      <a:extLst>
                        <a:ext uri="{FF2B5EF4-FFF2-40B4-BE49-F238E27FC236}">
                          <a16:creationId xmlns:a16="http://schemas.microsoft.com/office/drawing/2014/main" id="{B2726EAE-50B2-196F-0BAA-C0940AA16C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05" name="Group 1304">
                    <a:extLst>
                      <a:ext uri="{FF2B5EF4-FFF2-40B4-BE49-F238E27FC236}">
                        <a16:creationId xmlns:a16="http://schemas.microsoft.com/office/drawing/2014/main" id="{EA254D6A-F512-ECA5-A697-822E84855AB1}"/>
                      </a:ext>
                    </a:extLst>
                  </p:cNvPr>
                  <p:cNvGrpSpPr/>
                  <p:nvPr/>
                </p:nvGrpSpPr>
                <p:grpSpPr>
                  <a:xfrm>
                    <a:off x="1689638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306" name="TextBox 1305">
                      <a:extLst>
                        <a:ext uri="{FF2B5EF4-FFF2-40B4-BE49-F238E27FC236}">
                          <a16:creationId xmlns:a16="http://schemas.microsoft.com/office/drawing/2014/main" id="{C3958126-B08C-D6A5-1DD5-E0CA030C9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C</a:t>
                      </a:r>
                    </a:p>
                  </p:txBody>
                </p:sp>
                <p:cxnSp>
                  <p:nvCxnSpPr>
                    <p:cNvPr id="1307" name="Straight Connector 1306">
                      <a:extLst>
                        <a:ext uri="{FF2B5EF4-FFF2-40B4-BE49-F238E27FC236}">
                          <a16:creationId xmlns:a16="http://schemas.microsoft.com/office/drawing/2014/main" id="{DF13BE9E-04EF-05AB-558D-77B4647688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78" name="Group 1277">
                <a:extLst>
                  <a:ext uri="{FF2B5EF4-FFF2-40B4-BE49-F238E27FC236}">
                    <a16:creationId xmlns:a16="http://schemas.microsoft.com/office/drawing/2014/main" id="{64B178D4-F56B-7259-1BA2-FB2A1F2C88CC}"/>
                  </a:ext>
                </a:extLst>
              </p:cNvPr>
              <p:cNvGrpSpPr/>
              <p:nvPr/>
            </p:nvGrpSpPr>
            <p:grpSpPr>
              <a:xfrm rot="5400000">
                <a:off x="3610736" y="5422486"/>
                <a:ext cx="970757" cy="544256"/>
                <a:chOff x="3484295" y="2092325"/>
                <a:chExt cx="970757" cy="544256"/>
              </a:xfrm>
            </p:grpSpPr>
            <p:sp>
              <p:nvSpPr>
                <p:cNvPr id="1279" name="Rectangle 1278">
                  <a:extLst>
                    <a:ext uri="{FF2B5EF4-FFF2-40B4-BE49-F238E27FC236}">
                      <a16:creationId xmlns:a16="http://schemas.microsoft.com/office/drawing/2014/main" id="{EDD4AD0D-A7E4-8D7C-BAE3-5FBBE08E3CEA}"/>
                    </a:ext>
                  </a:extLst>
                </p:cNvPr>
                <p:cNvSpPr/>
                <p:nvPr/>
              </p:nvSpPr>
              <p:spPr>
                <a:xfrm>
                  <a:off x="3547830" y="2092325"/>
                  <a:ext cx="843687" cy="5429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0" name="TextBox 1279">
                  <a:extLst>
                    <a:ext uri="{FF2B5EF4-FFF2-40B4-BE49-F238E27FC236}">
                      <a16:creationId xmlns:a16="http://schemas.microsoft.com/office/drawing/2014/main" id="{4F36D38E-17B6-F11E-3959-BE8CA2ECF9BD}"/>
                    </a:ext>
                  </a:extLst>
                </p:cNvPr>
                <p:cNvSpPr txBox="1"/>
                <p:nvPr/>
              </p:nvSpPr>
              <p:spPr>
                <a:xfrm>
                  <a:off x="3635224" y="2156713"/>
                  <a:ext cx="668898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AS5048A</a:t>
                  </a:r>
                </a:p>
              </p:txBody>
            </p:sp>
            <p:grpSp>
              <p:nvGrpSpPr>
                <p:cNvPr id="1281" name="Group 1280">
                  <a:extLst>
                    <a:ext uri="{FF2B5EF4-FFF2-40B4-BE49-F238E27FC236}">
                      <a16:creationId xmlns:a16="http://schemas.microsoft.com/office/drawing/2014/main" id="{9D864CE2-323F-E2FC-418D-4AD68AC6C406}"/>
                    </a:ext>
                  </a:extLst>
                </p:cNvPr>
                <p:cNvGrpSpPr/>
                <p:nvPr/>
              </p:nvGrpSpPr>
              <p:grpSpPr>
                <a:xfrm>
                  <a:off x="3484295" y="2416970"/>
                  <a:ext cx="970757" cy="219611"/>
                  <a:chOff x="1628378" y="2165763"/>
                  <a:chExt cx="970757" cy="219611"/>
                </a:xfrm>
              </p:grpSpPr>
              <p:grpSp>
                <p:nvGrpSpPr>
                  <p:cNvPr id="1282" name="Group 1281">
                    <a:extLst>
                      <a:ext uri="{FF2B5EF4-FFF2-40B4-BE49-F238E27FC236}">
                        <a16:creationId xmlns:a16="http://schemas.microsoft.com/office/drawing/2014/main" id="{740F000C-4646-FA66-095F-68D3E00FD00E}"/>
                      </a:ext>
                    </a:extLst>
                  </p:cNvPr>
                  <p:cNvGrpSpPr/>
                  <p:nvPr/>
                </p:nvGrpSpPr>
                <p:grpSpPr>
                  <a:xfrm>
                    <a:off x="1628378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298" name="TextBox 1297">
                      <a:extLst>
                        <a:ext uri="{FF2B5EF4-FFF2-40B4-BE49-F238E27FC236}">
                          <a16:creationId xmlns:a16="http://schemas.microsoft.com/office/drawing/2014/main" id="{E434EE39-5EBD-ACE0-EBA5-0F7DA0B33C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</a:t>
                      </a:r>
                    </a:p>
                  </p:txBody>
                </p:sp>
                <p:cxnSp>
                  <p:nvCxnSpPr>
                    <p:cNvPr id="1299" name="Straight Connector 1298">
                      <a:extLst>
                        <a:ext uri="{FF2B5EF4-FFF2-40B4-BE49-F238E27FC236}">
                          <a16:creationId xmlns:a16="http://schemas.microsoft.com/office/drawing/2014/main" id="{62251175-6959-F5E0-2ADD-DF69CC399F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3" name="Group 1282">
                    <a:extLst>
                      <a:ext uri="{FF2B5EF4-FFF2-40B4-BE49-F238E27FC236}">
                        <a16:creationId xmlns:a16="http://schemas.microsoft.com/office/drawing/2014/main" id="{84FD9545-8475-F87C-4F35-EC7D3EA59652}"/>
                      </a:ext>
                    </a:extLst>
                  </p:cNvPr>
                  <p:cNvGrpSpPr/>
                  <p:nvPr/>
                </p:nvGrpSpPr>
                <p:grpSpPr>
                  <a:xfrm>
                    <a:off x="1767336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296" name="TextBox 1295">
                      <a:extLst>
                        <a:ext uri="{FF2B5EF4-FFF2-40B4-BE49-F238E27FC236}">
                          <a16:creationId xmlns:a16="http://schemas.microsoft.com/office/drawing/2014/main" id="{94A56DC5-8269-689E-45B2-5F2B0EF41A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2</a:t>
                      </a:r>
                    </a:p>
                  </p:txBody>
                </p:sp>
                <p:cxnSp>
                  <p:nvCxnSpPr>
                    <p:cNvPr id="1297" name="Straight Connector 1296">
                      <a:extLst>
                        <a:ext uri="{FF2B5EF4-FFF2-40B4-BE49-F238E27FC236}">
                          <a16:creationId xmlns:a16="http://schemas.microsoft.com/office/drawing/2014/main" id="{21438661-A834-148D-F5A6-914E4873C0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4" name="Group 1283">
                    <a:extLst>
                      <a:ext uri="{FF2B5EF4-FFF2-40B4-BE49-F238E27FC236}">
                        <a16:creationId xmlns:a16="http://schemas.microsoft.com/office/drawing/2014/main" id="{8227B3D2-ED6C-D7DD-43EE-AA0DB4D209A8}"/>
                      </a:ext>
                    </a:extLst>
                  </p:cNvPr>
                  <p:cNvGrpSpPr/>
                  <p:nvPr/>
                </p:nvGrpSpPr>
                <p:grpSpPr>
                  <a:xfrm>
                    <a:off x="2184210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294" name="TextBox 1293">
                      <a:extLst>
                        <a:ext uri="{FF2B5EF4-FFF2-40B4-BE49-F238E27FC236}">
                          <a16:creationId xmlns:a16="http://schemas.microsoft.com/office/drawing/2014/main" id="{2600F574-A6D8-ED75-768B-575DFF213E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11</a:t>
                      </a:r>
                    </a:p>
                  </p:txBody>
                </p:sp>
                <p:cxnSp>
                  <p:nvCxnSpPr>
                    <p:cNvPr id="1295" name="Straight Connector 1294">
                      <a:extLst>
                        <a:ext uri="{FF2B5EF4-FFF2-40B4-BE49-F238E27FC236}">
                          <a16:creationId xmlns:a16="http://schemas.microsoft.com/office/drawing/2014/main" id="{86629F75-8356-6AE9-91C0-B201001F50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5" name="Group 1284">
                    <a:extLst>
                      <a:ext uri="{FF2B5EF4-FFF2-40B4-BE49-F238E27FC236}">
                        <a16:creationId xmlns:a16="http://schemas.microsoft.com/office/drawing/2014/main" id="{8DA9F6B7-471C-25D0-52CE-9C369D892ADD}"/>
                      </a:ext>
                    </a:extLst>
                  </p:cNvPr>
                  <p:cNvGrpSpPr/>
                  <p:nvPr/>
                </p:nvGrpSpPr>
                <p:grpSpPr>
                  <a:xfrm>
                    <a:off x="2040805" y="2165763"/>
                    <a:ext cx="280197" cy="219611"/>
                    <a:chOff x="1623931" y="2137849"/>
                    <a:chExt cx="280197" cy="219611"/>
                  </a:xfrm>
                </p:grpSpPr>
                <p:sp>
                  <p:nvSpPr>
                    <p:cNvPr id="1292" name="TextBox 1291">
                      <a:extLst>
                        <a:ext uri="{FF2B5EF4-FFF2-40B4-BE49-F238E27FC236}">
                          <a16:creationId xmlns:a16="http://schemas.microsoft.com/office/drawing/2014/main" id="{5575BAA5-2A26-8E69-BF0C-603108F7BD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3931" y="2137849"/>
                      <a:ext cx="28019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4</a:t>
                      </a:r>
                    </a:p>
                  </p:txBody>
                </p:sp>
                <p:cxnSp>
                  <p:nvCxnSpPr>
                    <p:cNvPr id="1293" name="Straight Connector 1292">
                      <a:extLst>
                        <a:ext uri="{FF2B5EF4-FFF2-40B4-BE49-F238E27FC236}">
                          <a16:creationId xmlns:a16="http://schemas.microsoft.com/office/drawing/2014/main" id="{81AAEB20-0BCA-33CC-2A09-0160B8E22E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6" name="Group 1285">
                    <a:extLst>
                      <a:ext uri="{FF2B5EF4-FFF2-40B4-BE49-F238E27FC236}">
                        <a16:creationId xmlns:a16="http://schemas.microsoft.com/office/drawing/2014/main" id="{2BD17147-4803-126A-35DA-9CC4D3E7C2DC}"/>
                      </a:ext>
                    </a:extLst>
                  </p:cNvPr>
                  <p:cNvGrpSpPr/>
                  <p:nvPr/>
                </p:nvGrpSpPr>
                <p:grpSpPr>
                  <a:xfrm>
                    <a:off x="1906294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290" name="TextBox 1289">
                      <a:extLst>
                        <a:ext uri="{FF2B5EF4-FFF2-40B4-BE49-F238E27FC236}">
                          <a16:creationId xmlns:a16="http://schemas.microsoft.com/office/drawing/2014/main" id="{183C39B6-8EE6-4456-8005-7D7E8865A0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3</a:t>
                      </a:r>
                    </a:p>
                  </p:txBody>
                </p:sp>
                <p:cxnSp>
                  <p:nvCxnSpPr>
                    <p:cNvPr id="1291" name="Straight Connector 1290">
                      <a:extLst>
                        <a:ext uri="{FF2B5EF4-FFF2-40B4-BE49-F238E27FC236}">
                          <a16:creationId xmlns:a16="http://schemas.microsoft.com/office/drawing/2014/main" id="{E431432E-2EF8-4776-1D41-06704BCDF2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7" name="Group 1286">
                    <a:extLst>
                      <a:ext uri="{FF2B5EF4-FFF2-40B4-BE49-F238E27FC236}">
                        <a16:creationId xmlns:a16="http://schemas.microsoft.com/office/drawing/2014/main" id="{0FC5F2AF-A30A-5BC2-DE75-0E93EAA4FC7C}"/>
                      </a:ext>
                    </a:extLst>
                  </p:cNvPr>
                  <p:cNvGrpSpPr/>
                  <p:nvPr/>
                </p:nvGrpSpPr>
                <p:grpSpPr>
                  <a:xfrm>
                    <a:off x="2323168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288" name="TextBox 1287">
                      <a:extLst>
                        <a:ext uri="{FF2B5EF4-FFF2-40B4-BE49-F238E27FC236}">
                          <a16:creationId xmlns:a16="http://schemas.microsoft.com/office/drawing/2014/main" id="{F5D4BDBF-8D89-9A0A-1894-B76551BA40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13</a:t>
                      </a:r>
                    </a:p>
                  </p:txBody>
                </p:sp>
                <p:cxnSp>
                  <p:nvCxnSpPr>
                    <p:cNvPr id="1289" name="Straight Connector 1288">
                      <a:extLst>
                        <a:ext uri="{FF2B5EF4-FFF2-40B4-BE49-F238E27FC236}">
                          <a16:creationId xmlns:a16="http://schemas.microsoft.com/office/drawing/2014/main" id="{55059E03-5F1F-14AB-1AFB-8BA1DD2913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cxnSp>
          <p:nvCxnSpPr>
            <p:cNvPr id="1267" name="Connector: Elbow 1266">
              <a:extLst>
                <a:ext uri="{FF2B5EF4-FFF2-40B4-BE49-F238E27FC236}">
                  <a16:creationId xmlns:a16="http://schemas.microsoft.com/office/drawing/2014/main" id="{D9BE0A18-912F-8525-4736-661225BBE5AC}"/>
                </a:ext>
              </a:extLst>
            </p:cNvPr>
            <p:cNvCxnSpPr>
              <a:cxnSpLocks/>
              <a:stCxn id="1298" idx="2"/>
              <a:endCxn id="1344" idx="2"/>
            </p:cNvCxnSpPr>
            <p:nvPr/>
          </p:nvCxnSpPr>
          <p:spPr>
            <a:xfrm rot="10800000">
              <a:off x="3603770" y="5130186"/>
              <a:ext cx="9456" cy="285105"/>
            </a:xfrm>
            <a:prstGeom prst="bentConnector3">
              <a:avLst>
                <a:gd name="adj1" fmla="val 1539710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8" name="Connector: Elbow 1267">
              <a:extLst>
                <a:ext uri="{FF2B5EF4-FFF2-40B4-BE49-F238E27FC236}">
                  <a16:creationId xmlns:a16="http://schemas.microsoft.com/office/drawing/2014/main" id="{195AD075-D3A2-71D2-B5EB-CB46D73FBA4E}"/>
                </a:ext>
              </a:extLst>
            </p:cNvPr>
            <p:cNvCxnSpPr>
              <a:cxnSpLocks/>
              <a:stCxn id="1296" idx="2"/>
              <a:endCxn id="1350" idx="2"/>
            </p:cNvCxnSpPr>
            <p:nvPr/>
          </p:nvCxnSpPr>
          <p:spPr>
            <a:xfrm rot="10800000">
              <a:off x="3603772" y="4991228"/>
              <a:ext cx="9455" cy="563020"/>
            </a:xfrm>
            <a:prstGeom prst="bentConnector3">
              <a:avLst>
                <a:gd name="adj1" fmla="val 2194669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Connector: Elbow 1268">
              <a:extLst>
                <a:ext uri="{FF2B5EF4-FFF2-40B4-BE49-F238E27FC236}">
                  <a16:creationId xmlns:a16="http://schemas.microsoft.com/office/drawing/2014/main" id="{A8682C7F-F041-62D2-7AE3-433507D7E4B6}"/>
                </a:ext>
              </a:extLst>
            </p:cNvPr>
            <p:cNvCxnSpPr>
              <a:cxnSpLocks/>
              <a:stCxn id="1290" idx="2"/>
              <a:endCxn id="1348" idx="2"/>
            </p:cNvCxnSpPr>
            <p:nvPr/>
          </p:nvCxnSpPr>
          <p:spPr>
            <a:xfrm rot="10800000">
              <a:off x="3603772" y="4852270"/>
              <a:ext cx="9455" cy="840936"/>
            </a:xfrm>
            <a:prstGeom prst="bentConnector3">
              <a:avLst>
                <a:gd name="adj1" fmla="val 2799112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0" name="Connector: Elbow 1269">
              <a:extLst>
                <a:ext uri="{FF2B5EF4-FFF2-40B4-BE49-F238E27FC236}">
                  <a16:creationId xmlns:a16="http://schemas.microsoft.com/office/drawing/2014/main" id="{D781E917-7307-4DD4-5279-8649CEB90125}"/>
                </a:ext>
              </a:extLst>
            </p:cNvPr>
            <p:cNvCxnSpPr>
              <a:cxnSpLocks/>
              <a:stCxn id="1292" idx="2"/>
              <a:endCxn id="1346" idx="2"/>
            </p:cNvCxnSpPr>
            <p:nvPr/>
          </p:nvCxnSpPr>
          <p:spPr>
            <a:xfrm rot="10800000">
              <a:off x="3603772" y="4713312"/>
              <a:ext cx="10771" cy="1116520"/>
            </a:xfrm>
            <a:prstGeom prst="bentConnector3">
              <a:avLst>
                <a:gd name="adj1" fmla="val 2940971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Connector: Elbow 1270">
              <a:extLst>
                <a:ext uri="{FF2B5EF4-FFF2-40B4-BE49-F238E27FC236}">
                  <a16:creationId xmlns:a16="http://schemas.microsoft.com/office/drawing/2014/main" id="{45943127-2DD7-D62A-3EC5-85163CA8BAD1}"/>
                </a:ext>
              </a:extLst>
            </p:cNvPr>
            <p:cNvCxnSpPr>
              <a:cxnSpLocks/>
              <a:stCxn id="1294" idx="2"/>
              <a:endCxn id="1354" idx="2"/>
            </p:cNvCxnSpPr>
            <p:nvPr/>
          </p:nvCxnSpPr>
          <p:spPr>
            <a:xfrm rot="10800000">
              <a:off x="3603772" y="4435396"/>
              <a:ext cx="9455" cy="1535727"/>
            </a:xfrm>
            <a:prstGeom prst="bentConnector3">
              <a:avLst>
                <a:gd name="adj1" fmla="val 4511698"/>
              </a:avLst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Connector: Elbow 1271">
              <a:extLst>
                <a:ext uri="{FF2B5EF4-FFF2-40B4-BE49-F238E27FC236}">
                  <a16:creationId xmlns:a16="http://schemas.microsoft.com/office/drawing/2014/main" id="{699EF2CC-1BF5-2BFF-2F06-750BB2BF5B15}"/>
                </a:ext>
              </a:extLst>
            </p:cNvPr>
            <p:cNvCxnSpPr>
              <a:cxnSpLocks/>
              <a:stCxn id="1288" idx="2"/>
              <a:endCxn id="1352" idx="2"/>
            </p:cNvCxnSpPr>
            <p:nvPr/>
          </p:nvCxnSpPr>
          <p:spPr>
            <a:xfrm rot="10800000">
              <a:off x="3603772" y="4574354"/>
              <a:ext cx="9455" cy="1535726"/>
            </a:xfrm>
            <a:prstGeom prst="bentConnector3">
              <a:avLst>
                <a:gd name="adj1" fmla="val 3940836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3" name="Connector: Elbow 1272">
              <a:extLst>
                <a:ext uri="{FF2B5EF4-FFF2-40B4-BE49-F238E27FC236}">
                  <a16:creationId xmlns:a16="http://schemas.microsoft.com/office/drawing/2014/main" id="{DA316BAC-56AF-876E-AEAD-2AA0BB384380}"/>
                </a:ext>
              </a:extLst>
            </p:cNvPr>
            <p:cNvCxnSpPr>
              <a:cxnSpLocks/>
              <a:stCxn id="1310" idx="2"/>
              <a:endCxn id="1333" idx="2"/>
            </p:cNvCxnSpPr>
            <p:nvPr/>
          </p:nvCxnSpPr>
          <p:spPr>
            <a:xfrm flipV="1">
              <a:off x="4809784" y="5138173"/>
              <a:ext cx="1131" cy="765544"/>
            </a:xfrm>
            <a:prstGeom prst="bentConnector3">
              <a:avLst>
                <a:gd name="adj1" fmla="val 9470027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Connector: Elbow 1273">
              <a:extLst>
                <a:ext uri="{FF2B5EF4-FFF2-40B4-BE49-F238E27FC236}">
                  <a16:creationId xmlns:a16="http://schemas.microsoft.com/office/drawing/2014/main" id="{CD96FA9D-DDAE-5FC2-D50E-F1F507A38940}"/>
                </a:ext>
              </a:extLst>
            </p:cNvPr>
            <p:cNvCxnSpPr>
              <a:cxnSpLocks/>
              <a:stCxn id="1308" idx="2"/>
              <a:endCxn id="1331" idx="2"/>
            </p:cNvCxnSpPr>
            <p:nvPr/>
          </p:nvCxnSpPr>
          <p:spPr>
            <a:xfrm flipV="1">
              <a:off x="4809784" y="4997139"/>
              <a:ext cx="1131" cy="765544"/>
            </a:xfrm>
            <a:prstGeom prst="bentConnector3">
              <a:avLst>
                <a:gd name="adj1" fmla="val 17049602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Connector: Elbow 1274">
              <a:extLst>
                <a:ext uri="{FF2B5EF4-FFF2-40B4-BE49-F238E27FC236}">
                  <a16:creationId xmlns:a16="http://schemas.microsoft.com/office/drawing/2014/main" id="{A2B3681A-B553-48E2-0E65-5C1916963EFE}"/>
                </a:ext>
              </a:extLst>
            </p:cNvPr>
            <p:cNvCxnSpPr>
              <a:cxnSpLocks/>
              <a:stCxn id="1306" idx="2"/>
              <a:endCxn id="1327" idx="2"/>
            </p:cNvCxnSpPr>
            <p:nvPr/>
          </p:nvCxnSpPr>
          <p:spPr>
            <a:xfrm flipV="1">
              <a:off x="4809784" y="4856105"/>
              <a:ext cx="1131" cy="765544"/>
            </a:xfrm>
            <a:prstGeom prst="bentConnector3">
              <a:avLst>
                <a:gd name="adj1" fmla="val 24348453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6" name="Group 1375">
            <a:extLst>
              <a:ext uri="{FF2B5EF4-FFF2-40B4-BE49-F238E27FC236}">
                <a16:creationId xmlns:a16="http://schemas.microsoft.com/office/drawing/2014/main" id="{DE4EAC40-F6C7-E6B9-A2E3-26A77A8383B6}"/>
              </a:ext>
            </a:extLst>
          </p:cNvPr>
          <p:cNvGrpSpPr/>
          <p:nvPr/>
        </p:nvGrpSpPr>
        <p:grpSpPr>
          <a:xfrm>
            <a:off x="9062445" y="4124877"/>
            <a:ext cx="1286274" cy="2265665"/>
            <a:chOff x="3569837" y="3982396"/>
            <a:chExt cx="1286274" cy="2265665"/>
          </a:xfrm>
        </p:grpSpPr>
        <p:grpSp>
          <p:nvGrpSpPr>
            <p:cNvPr id="1377" name="Group 1376">
              <a:extLst>
                <a:ext uri="{FF2B5EF4-FFF2-40B4-BE49-F238E27FC236}">
                  <a16:creationId xmlns:a16="http://schemas.microsoft.com/office/drawing/2014/main" id="{569F1E48-F2FF-1DE7-3E7C-3B2AB2F23BA8}"/>
                </a:ext>
              </a:extLst>
            </p:cNvPr>
            <p:cNvGrpSpPr/>
            <p:nvPr/>
          </p:nvGrpSpPr>
          <p:grpSpPr>
            <a:xfrm>
              <a:off x="3569837" y="3982396"/>
              <a:ext cx="1286274" cy="2265665"/>
              <a:chOff x="3814228" y="3914327"/>
              <a:chExt cx="1286274" cy="2265665"/>
            </a:xfrm>
          </p:grpSpPr>
          <p:grpSp>
            <p:nvGrpSpPr>
              <p:cNvPr id="1387" name="Group 1386">
                <a:extLst>
                  <a:ext uri="{FF2B5EF4-FFF2-40B4-BE49-F238E27FC236}">
                    <a16:creationId xmlns:a16="http://schemas.microsoft.com/office/drawing/2014/main" id="{6BCB15E3-3F8D-465B-9882-F829B1091B8D}"/>
                  </a:ext>
                </a:extLst>
              </p:cNvPr>
              <p:cNvGrpSpPr/>
              <p:nvPr/>
            </p:nvGrpSpPr>
            <p:grpSpPr>
              <a:xfrm>
                <a:off x="3814228" y="3914327"/>
                <a:ext cx="1286274" cy="1331937"/>
                <a:chOff x="3814228" y="3914327"/>
                <a:chExt cx="1286274" cy="1331937"/>
              </a:xfrm>
            </p:grpSpPr>
            <p:sp>
              <p:nvSpPr>
                <p:cNvPr id="1423" name="Rectangle 1422">
                  <a:extLst>
                    <a:ext uri="{FF2B5EF4-FFF2-40B4-BE49-F238E27FC236}">
                      <a16:creationId xmlns:a16="http://schemas.microsoft.com/office/drawing/2014/main" id="{64391650-84B5-15CE-7204-20DEC5613AB7}"/>
                    </a:ext>
                  </a:extLst>
                </p:cNvPr>
                <p:cNvSpPr/>
                <p:nvPr/>
              </p:nvSpPr>
              <p:spPr>
                <a:xfrm>
                  <a:off x="3814228" y="3916562"/>
                  <a:ext cx="1286274" cy="1227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4" name="TextBox 1423">
                  <a:extLst>
                    <a:ext uri="{FF2B5EF4-FFF2-40B4-BE49-F238E27FC236}">
                      <a16:creationId xmlns:a16="http://schemas.microsoft.com/office/drawing/2014/main" id="{5F409D94-8688-E836-2099-1C12D7F4DE69}"/>
                    </a:ext>
                  </a:extLst>
                </p:cNvPr>
                <p:cNvSpPr txBox="1"/>
                <p:nvPr/>
              </p:nvSpPr>
              <p:spPr>
                <a:xfrm>
                  <a:off x="4176272" y="4407038"/>
                  <a:ext cx="5526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Odrive S1</a:t>
                  </a:r>
                </a:p>
              </p:txBody>
            </p:sp>
            <p:grpSp>
              <p:nvGrpSpPr>
                <p:cNvPr id="1425" name="Group 1424">
                  <a:extLst>
                    <a:ext uri="{FF2B5EF4-FFF2-40B4-BE49-F238E27FC236}">
                      <a16:creationId xmlns:a16="http://schemas.microsoft.com/office/drawing/2014/main" id="{BAF6ECF1-5A72-BA56-BB14-1D6F87E1714C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4027788" y="3914327"/>
                  <a:ext cx="858838" cy="352139"/>
                  <a:chOff x="1569243" y="1090899"/>
                  <a:chExt cx="858837" cy="352139"/>
                </a:xfrm>
              </p:grpSpPr>
              <p:grpSp>
                <p:nvGrpSpPr>
                  <p:cNvPr id="1467" name="Group 1466">
                    <a:extLst>
                      <a:ext uri="{FF2B5EF4-FFF2-40B4-BE49-F238E27FC236}">
                        <a16:creationId xmlns:a16="http://schemas.microsoft.com/office/drawing/2014/main" id="{120D2A7C-157F-1B64-E8B5-5CDD87FFE4FE}"/>
                      </a:ext>
                    </a:extLst>
                  </p:cNvPr>
                  <p:cNvGrpSpPr/>
                  <p:nvPr/>
                </p:nvGrpSpPr>
                <p:grpSpPr>
                  <a:xfrm>
                    <a:off x="1569243" y="1090899"/>
                    <a:ext cx="395287" cy="352139"/>
                    <a:chOff x="1195584" y="1090899"/>
                    <a:chExt cx="395287" cy="352139"/>
                  </a:xfrm>
                </p:grpSpPr>
                <p:grpSp>
                  <p:nvGrpSpPr>
                    <p:cNvPr id="1478" name="Group 1477">
                      <a:extLst>
                        <a:ext uri="{FF2B5EF4-FFF2-40B4-BE49-F238E27FC236}">
                          <a16:creationId xmlns:a16="http://schemas.microsoft.com/office/drawing/2014/main" id="{3B45419D-CB90-F323-7C3D-B6EE090F57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00944" y="1090899"/>
                      <a:ext cx="384566" cy="347791"/>
                      <a:chOff x="1363271" y="1838301"/>
                      <a:chExt cx="384566" cy="347791"/>
                    </a:xfrm>
                  </p:grpSpPr>
                  <p:sp>
                    <p:nvSpPr>
                      <p:cNvPr id="1480" name="TextBox 1479">
                        <a:extLst>
                          <a:ext uri="{FF2B5EF4-FFF2-40B4-BE49-F238E27FC236}">
                            <a16:creationId xmlns:a16="http://schemas.microsoft.com/office/drawing/2014/main" id="{2AA59C62-B8B0-B52A-2450-722598BC42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87676" y="1838301"/>
                        <a:ext cx="335755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 u="sng"/>
                          <a:t>J16</a:t>
                        </a:r>
                      </a:p>
                    </p:txBody>
                  </p:sp>
                  <p:sp>
                    <p:nvSpPr>
                      <p:cNvPr id="1481" name="TextBox 1480">
                        <a:extLst>
                          <a:ext uri="{FF2B5EF4-FFF2-40B4-BE49-F238E27FC236}">
                            <a16:creationId xmlns:a16="http://schemas.microsoft.com/office/drawing/2014/main" id="{72422F46-4135-E448-8C8D-1834867ADC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3271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</a:t>
                        </a:r>
                      </a:p>
                    </p:txBody>
                  </p:sp>
                  <p:sp>
                    <p:nvSpPr>
                      <p:cNvPr id="1482" name="TextBox 1481">
                        <a:extLst>
                          <a:ext uri="{FF2B5EF4-FFF2-40B4-BE49-F238E27FC236}">
                            <a16:creationId xmlns:a16="http://schemas.microsoft.com/office/drawing/2014/main" id="{528A5173-8941-843C-A8DB-A003D5217C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8600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</a:t>
                        </a:r>
                      </a:p>
                    </p:txBody>
                  </p:sp>
                  <p:sp>
                    <p:nvSpPr>
                      <p:cNvPr id="1483" name="TextBox 1482">
                        <a:extLst>
                          <a:ext uri="{FF2B5EF4-FFF2-40B4-BE49-F238E27FC236}">
                            <a16:creationId xmlns:a16="http://schemas.microsoft.com/office/drawing/2014/main" id="{D53CE21D-B966-807F-0EFC-4B180EB6B3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0873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4</a:t>
                        </a:r>
                      </a:p>
                    </p:txBody>
                  </p:sp>
                  <p:cxnSp>
                    <p:nvCxnSpPr>
                      <p:cNvPr id="1484" name="Straight Connector 1483">
                        <a:extLst>
                          <a:ext uri="{FF2B5EF4-FFF2-40B4-BE49-F238E27FC236}">
                            <a16:creationId xmlns:a16="http://schemas.microsoft.com/office/drawing/2014/main" id="{A452BAA8-AF02-2D69-CC70-D5E8DA1F497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32822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85" name="Straight Connector 1484">
                        <a:extLst>
                          <a:ext uri="{FF2B5EF4-FFF2-40B4-BE49-F238E27FC236}">
                            <a16:creationId xmlns:a16="http://schemas.microsoft.com/office/drawing/2014/main" id="{F14D9D4D-5CE9-A9F7-506C-7B9B56DCAE2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2875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86" name="Straight Connector 1485">
                        <a:extLst>
                          <a:ext uri="{FF2B5EF4-FFF2-40B4-BE49-F238E27FC236}">
                            <a16:creationId xmlns:a16="http://schemas.microsoft.com/office/drawing/2014/main" id="{17A84636-565B-26A1-AC1C-9F76CCB8421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670836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479" name="Rectangle 1478">
                      <a:extLst>
                        <a:ext uri="{FF2B5EF4-FFF2-40B4-BE49-F238E27FC236}">
                          <a16:creationId xmlns:a16="http://schemas.microsoft.com/office/drawing/2014/main" id="{EC95B2A2-4B3B-7A2B-B6F0-EA07628226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584" y="1131094"/>
                      <a:ext cx="395287" cy="311944"/>
                    </a:xfrm>
                    <a:prstGeom prst="rect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68" name="Group 1467">
                    <a:extLst>
                      <a:ext uri="{FF2B5EF4-FFF2-40B4-BE49-F238E27FC236}">
                        <a16:creationId xmlns:a16="http://schemas.microsoft.com/office/drawing/2014/main" id="{3DD4FC04-DFAC-1695-38D2-619BB198DAB9}"/>
                      </a:ext>
                    </a:extLst>
                  </p:cNvPr>
                  <p:cNvGrpSpPr/>
                  <p:nvPr/>
                </p:nvGrpSpPr>
                <p:grpSpPr>
                  <a:xfrm>
                    <a:off x="2032793" y="1090899"/>
                    <a:ext cx="395287" cy="352139"/>
                    <a:chOff x="1195584" y="1090899"/>
                    <a:chExt cx="395287" cy="352139"/>
                  </a:xfrm>
                </p:grpSpPr>
                <p:grpSp>
                  <p:nvGrpSpPr>
                    <p:cNvPr id="1469" name="Group 1468">
                      <a:extLst>
                        <a:ext uri="{FF2B5EF4-FFF2-40B4-BE49-F238E27FC236}">
                          <a16:creationId xmlns:a16="http://schemas.microsoft.com/office/drawing/2014/main" id="{31B3C216-0F0A-C167-F9E8-5908E2E1AB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00944" y="1090899"/>
                      <a:ext cx="384566" cy="347791"/>
                      <a:chOff x="1363271" y="1838301"/>
                      <a:chExt cx="384566" cy="347791"/>
                    </a:xfrm>
                  </p:grpSpPr>
                  <p:sp>
                    <p:nvSpPr>
                      <p:cNvPr id="1471" name="TextBox 1470">
                        <a:extLst>
                          <a:ext uri="{FF2B5EF4-FFF2-40B4-BE49-F238E27FC236}">
                            <a16:creationId xmlns:a16="http://schemas.microsoft.com/office/drawing/2014/main" id="{A40AA4E1-F127-665A-4182-95F9DAD9C08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87676" y="1838301"/>
                        <a:ext cx="335755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 u="sng"/>
                          <a:t>J17</a:t>
                        </a:r>
                      </a:p>
                    </p:txBody>
                  </p:sp>
                  <p:sp>
                    <p:nvSpPr>
                      <p:cNvPr id="1472" name="TextBox 1471">
                        <a:extLst>
                          <a:ext uri="{FF2B5EF4-FFF2-40B4-BE49-F238E27FC236}">
                            <a16:creationId xmlns:a16="http://schemas.microsoft.com/office/drawing/2014/main" id="{5B259D1D-8424-72DE-C73C-71F9FEC0CA2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3271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</a:t>
                        </a:r>
                      </a:p>
                    </p:txBody>
                  </p:sp>
                  <p:sp>
                    <p:nvSpPr>
                      <p:cNvPr id="1473" name="TextBox 1472">
                        <a:extLst>
                          <a:ext uri="{FF2B5EF4-FFF2-40B4-BE49-F238E27FC236}">
                            <a16:creationId xmlns:a16="http://schemas.microsoft.com/office/drawing/2014/main" id="{1C3FD644-EA17-169E-1739-5299B1FC91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8600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</a:t>
                        </a:r>
                      </a:p>
                    </p:txBody>
                  </p:sp>
                  <p:sp>
                    <p:nvSpPr>
                      <p:cNvPr id="1474" name="TextBox 1473">
                        <a:extLst>
                          <a:ext uri="{FF2B5EF4-FFF2-40B4-BE49-F238E27FC236}">
                            <a16:creationId xmlns:a16="http://schemas.microsoft.com/office/drawing/2014/main" id="{954AE47F-02AE-1C46-FDCA-D013360F40C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08735" y="1967797"/>
                        <a:ext cx="139102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4</a:t>
                        </a:r>
                      </a:p>
                    </p:txBody>
                  </p:sp>
                  <p:cxnSp>
                    <p:nvCxnSpPr>
                      <p:cNvPr id="1475" name="Straight Connector 1474">
                        <a:extLst>
                          <a:ext uri="{FF2B5EF4-FFF2-40B4-BE49-F238E27FC236}">
                            <a16:creationId xmlns:a16="http://schemas.microsoft.com/office/drawing/2014/main" id="{11888A68-49CE-6A7C-EA27-60303B69154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32822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76" name="Straight Connector 1475">
                        <a:extLst>
                          <a:ext uri="{FF2B5EF4-FFF2-40B4-BE49-F238E27FC236}">
                            <a16:creationId xmlns:a16="http://schemas.microsoft.com/office/drawing/2014/main" id="{C99EC6F9-E194-0FD8-8453-295D5C6A155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552875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77" name="Straight Connector 1476">
                        <a:extLst>
                          <a:ext uri="{FF2B5EF4-FFF2-40B4-BE49-F238E27FC236}">
                            <a16:creationId xmlns:a16="http://schemas.microsoft.com/office/drawing/2014/main" id="{515A9B95-5E48-96B7-64B9-002A73895FE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670836" y="2123888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470" name="Rectangle 1469">
                      <a:extLst>
                        <a:ext uri="{FF2B5EF4-FFF2-40B4-BE49-F238E27FC236}">
                          <a16:creationId xmlns:a16="http://schemas.microsoft.com/office/drawing/2014/main" id="{C83F11EA-2BE1-2A62-949E-AD1D1CC73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584" y="1131094"/>
                      <a:ext cx="395287" cy="311944"/>
                    </a:xfrm>
                    <a:prstGeom prst="rect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426" name="Group 1425">
                  <a:extLst>
                    <a:ext uri="{FF2B5EF4-FFF2-40B4-BE49-F238E27FC236}">
                      <a16:creationId xmlns:a16="http://schemas.microsoft.com/office/drawing/2014/main" id="{4452B4D0-738C-6739-7988-6888BBD77D28}"/>
                    </a:ext>
                  </a:extLst>
                </p:cNvPr>
                <p:cNvGrpSpPr/>
                <p:nvPr/>
              </p:nvGrpSpPr>
              <p:grpSpPr>
                <a:xfrm rot="5400000">
                  <a:off x="3476612" y="4567261"/>
                  <a:ext cx="1016923" cy="341083"/>
                  <a:chOff x="3480993" y="2105791"/>
                  <a:chExt cx="1016923" cy="341083"/>
                </a:xfrm>
              </p:grpSpPr>
              <p:sp>
                <p:nvSpPr>
                  <p:cNvPr id="1446" name="TextBox 1445">
                    <a:extLst>
                      <a:ext uri="{FF2B5EF4-FFF2-40B4-BE49-F238E27FC236}">
                        <a16:creationId xmlns:a16="http://schemas.microsoft.com/office/drawing/2014/main" id="{1EE8C401-8B9C-16D1-EDA9-F5196F23E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4303" y="2105791"/>
                    <a:ext cx="308373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" u="sng"/>
                      <a:t>J11</a:t>
                    </a:r>
                    <a:endParaRPr lang="en-US" sz="1051" u="sng"/>
                  </a:p>
                </p:txBody>
              </p:sp>
              <p:sp>
                <p:nvSpPr>
                  <p:cNvPr id="1447" name="Rectangle 1446">
                    <a:extLst>
                      <a:ext uri="{FF2B5EF4-FFF2-40B4-BE49-F238E27FC236}">
                        <a16:creationId xmlns:a16="http://schemas.microsoft.com/office/drawing/2014/main" id="{93BE032E-8EDB-DEBF-3BA4-FA8A6F6E6EEF}"/>
                      </a:ext>
                    </a:extLst>
                  </p:cNvPr>
                  <p:cNvSpPr/>
                  <p:nvPr/>
                </p:nvSpPr>
                <p:spPr>
                  <a:xfrm>
                    <a:off x="3538939" y="2134930"/>
                    <a:ext cx="854868" cy="311944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448" name="Group 1447">
                    <a:extLst>
                      <a:ext uri="{FF2B5EF4-FFF2-40B4-BE49-F238E27FC236}">
                        <a16:creationId xmlns:a16="http://schemas.microsoft.com/office/drawing/2014/main" id="{47A33D13-D700-9E01-8010-788FB6283A44}"/>
                      </a:ext>
                    </a:extLst>
                  </p:cNvPr>
                  <p:cNvGrpSpPr/>
                  <p:nvPr/>
                </p:nvGrpSpPr>
                <p:grpSpPr>
                  <a:xfrm>
                    <a:off x="3480993" y="2228579"/>
                    <a:ext cx="1016923" cy="218295"/>
                    <a:chOff x="1628376" y="2167079"/>
                    <a:chExt cx="1016923" cy="218295"/>
                  </a:xfrm>
                </p:grpSpPr>
                <p:grpSp>
                  <p:nvGrpSpPr>
                    <p:cNvPr id="1449" name="Group 1448">
                      <a:extLst>
                        <a:ext uri="{FF2B5EF4-FFF2-40B4-BE49-F238E27FC236}">
                          <a16:creationId xmlns:a16="http://schemas.microsoft.com/office/drawing/2014/main" id="{B6A92769-73F9-A63B-5BC9-8D4C8ADB7B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28376" y="2167079"/>
                      <a:ext cx="275967" cy="218295"/>
                      <a:chOff x="1628376" y="2139165"/>
                      <a:chExt cx="275967" cy="218295"/>
                    </a:xfrm>
                  </p:grpSpPr>
                  <p:sp>
                    <p:nvSpPr>
                      <p:cNvPr id="1465" name="TextBox 1464">
                        <a:extLst>
                          <a:ext uri="{FF2B5EF4-FFF2-40B4-BE49-F238E27FC236}">
                            <a16:creationId xmlns:a16="http://schemas.microsoft.com/office/drawing/2014/main" id="{D576C57F-1FC2-1E47-9048-0A814BEF54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6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25</a:t>
                        </a:r>
                      </a:p>
                    </p:txBody>
                  </p:sp>
                  <p:cxnSp>
                    <p:nvCxnSpPr>
                      <p:cNvPr id="1466" name="Straight Connector 1465">
                        <a:extLst>
                          <a:ext uri="{FF2B5EF4-FFF2-40B4-BE49-F238E27FC236}">
                            <a16:creationId xmlns:a16="http://schemas.microsoft.com/office/drawing/2014/main" id="{AB2D23B6-32DC-902A-967C-20A6F06447E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50" name="Group 1449">
                      <a:extLst>
                        <a:ext uri="{FF2B5EF4-FFF2-40B4-BE49-F238E27FC236}">
                          <a16:creationId xmlns:a16="http://schemas.microsoft.com/office/drawing/2014/main" id="{84FDFFE9-98F7-2688-AF0C-EF99FCA4D5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7335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463" name="TextBox 1462">
                        <a:extLst>
                          <a:ext uri="{FF2B5EF4-FFF2-40B4-BE49-F238E27FC236}">
                            <a16:creationId xmlns:a16="http://schemas.microsoft.com/office/drawing/2014/main" id="{00AAB9F5-8C75-5805-46D1-6EF433CCF5A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26</a:t>
                        </a:r>
                      </a:p>
                    </p:txBody>
                  </p:sp>
                  <p:cxnSp>
                    <p:nvCxnSpPr>
                      <p:cNvPr id="1464" name="Straight Connector 1463">
                        <a:extLst>
                          <a:ext uri="{FF2B5EF4-FFF2-40B4-BE49-F238E27FC236}">
                            <a16:creationId xmlns:a16="http://schemas.microsoft.com/office/drawing/2014/main" id="{E7E8BA1E-AF4F-7611-85F0-8C8B0697BFF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51" name="Group 1450">
                      <a:extLst>
                        <a:ext uri="{FF2B5EF4-FFF2-40B4-BE49-F238E27FC236}">
                          <a16:creationId xmlns:a16="http://schemas.microsoft.com/office/drawing/2014/main" id="{C067588A-85F4-5E31-C63B-C17DBC365C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84209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461" name="TextBox 1460">
                        <a:extLst>
                          <a:ext uri="{FF2B5EF4-FFF2-40B4-BE49-F238E27FC236}">
                            <a16:creationId xmlns:a16="http://schemas.microsoft.com/office/drawing/2014/main" id="{5A6CE354-C212-8A46-30DB-79BA2F11B96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29</a:t>
                        </a:r>
                      </a:p>
                    </p:txBody>
                  </p:sp>
                  <p:cxnSp>
                    <p:nvCxnSpPr>
                      <p:cNvPr id="1462" name="Straight Connector 1461">
                        <a:extLst>
                          <a:ext uri="{FF2B5EF4-FFF2-40B4-BE49-F238E27FC236}">
                            <a16:creationId xmlns:a16="http://schemas.microsoft.com/office/drawing/2014/main" id="{C1B58531-BDC9-B2A3-3B57-1FBCEE526D6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52" name="Group 1451">
                      <a:extLst>
                        <a:ext uri="{FF2B5EF4-FFF2-40B4-BE49-F238E27FC236}">
                          <a16:creationId xmlns:a16="http://schemas.microsoft.com/office/drawing/2014/main" id="{40934B54-95E0-BFC3-FC41-A58C1F12DB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5251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459" name="TextBox 1458">
                        <a:extLst>
                          <a:ext uri="{FF2B5EF4-FFF2-40B4-BE49-F238E27FC236}">
                            <a16:creationId xmlns:a16="http://schemas.microsoft.com/office/drawing/2014/main" id="{E20BE1DD-9CC9-9A8F-B53A-20156079443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28</a:t>
                        </a:r>
                      </a:p>
                    </p:txBody>
                  </p:sp>
                  <p:cxnSp>
                    <p:nvCxnSpPr>
                      <p:cNvPr id="1460" name="Straight Connector 1459">
                        <a:extLst>
                          <a:ext uri="{FF2B5EF4-FFF2-40B4-BE49-F238E27FC236}">
                            <a16:creationId xmlns:a16="http://schemas.microsoft.com/office/drawing/2014/main" id="{33F97883-D716-170B-4A2D-D28A5AD3B4B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53" name="Group 1452">
                      <a:extLst>
                        <a:ext uri="{FF2B5EF4-FFF2-40B4-BE49-F238E27FC236}">
                          <a16:creationId xmlns:a16="http://schemas.microsoft.com/office/drawing/2014/main" id="{EC82CEC2-2260-F3A7-BF4E-8913F42557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06293" y="2167079"/>
                      <a:ext cx="275967" cy="218295"/>
                      <a:chOff x="1628377" y="2139165"/>
                      <a:chExt cx="275967" cy="218295"/>
                    </a:xfrm>
                  </p:grpSpPr>
                  <p:sp>
                    <p:nvSpPr>
                      <p:cNvPr id="1457" name="TextBox 1456">
                        <a:extLst>
                          <a:ext uri="{FF2B5EF4-FFF2-40B4-BE49-F238E27FC236}">
                            <a16:creationId xmlns:a16="http://schemas.microsoft.com/office/drawing/2014/main" id="{6CD1CF86-242B-7C0A-F1FB-664A55F021B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7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27</a:t>
                        </a:r>
                      </a:p>
                    </p:txBody>
                  </p:sp>
                  <p:cxnSp>
                    <p:nvCxnSpPr>
                      <p:cNvPr id="1458" name="Straight Connector 1457">
                        <a:extLst>
                          <a:ext uri="{FF2B5EF4-FFF2-40B4-BE49-F238E27FC236}">
                            <a16:creationId xmlns:a16="http://schemas.microsoft.com/office/drawing/2014/main" id="{FA015060-343D-5759-BBE1-798817442DD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54" name="Group 1453">
                      <a:extLst>
                        <a:ext uri="{FF2B5EF4-FFF2-40B4-BE49-F238E27FC236}">
                          <a16:creationId xmlns:a16="http://schemas.microsoft.com/office/drawing/2014/main" id="{F56A1C2B-1931-76A1-E1E3-2A2B209DAC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69332" y="2167080"/>
                      <a:ext cx="275967" cy="218294"/>
                      <a:chOff x="1674542" y="2139166"/>
                      <a:chExt cx="275967" cy="218294"/>
                    </a:xfrm>
                  </p:grpSpPr>
                  <p:sp>
                    <p:nvSpPr>
                      <p:cNvPr id="1455" name="TextBox 1454">
                        <a:extLst>
                          <a:ext uri="{FF2B5EF4-FFF2-40B4-BE49-F238E27FC236}">
                            <a16:creationId xmlns:a16="http://schemas.microsoft.com/office/drawing/2014/main" id="{ED3FD660-16D6-EC2C-BB70-4332B80BC5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74542" y="2139166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30</a:t>
                        </a:r>
                      </a:p>
                    </p:txBody>
                  </p:sp>
                  <p:cxnSp>
                    <p:nvCxnSpPr>
                      <p:cNvPr id="1456" name="Straight Connector 1455">
                        <a:extLst>
                          <a:ext uri="{FF2B5EF4-FFF2-40B4-BE49-F238E27FC236}">
                            <a16:creationId xmlns:a16="http://schemas.microsoft.com/office/drawing/2014/main" id="{BC91BC90-A214-4F15-DD37-D7085BA076F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grpSp>
              <p:nvGrpSpPr>
                <p:cNvPr id="1427" name="Group 1426">
                  <a:extLst>
                    <a:ext uri="{FF2B5EF4-FFF2-40B4-BE49-F238E27FC236}">
                      <a16:creationId xmlns:a16="http://schemas.microsoft.com/office/drawing/2014/main" id="{8FB1EE2F-C7ED-163E-9755-AA22E4AC2DF0}"/>
                    </a:ext>
                  </a:extLst>
                </p:cNvPr>
                <p:cNvGrpSpPr/>
                <p:nvPr/>
              </p:nvGrpSpPr>
              <p:grpSpPr>
                <a:xfrm rot="16200000">
                  <a:off x="4492081" y="4609459"/>
                  <a:ext cx="840102" cy="357153"/>
                  <a:chOff x="1730405" y="2597186"/>
                  <a:chExt cx="840102" cy="357153"/>
                </a:xfrm>
              </p:grpSpPr>
              <p:sp>
                <p:nvSpPr>
                  <p:cNvPr id="1428" name="TextBox 1427">
                    <a:extLst>
                      <a:ext uri="{FF2B5EF4-FFF2-40B4-BE49-F238E27FC236}">
                        <a16:creationId xmlns:a16="http://schemas.microsoft.com/office/drawing/2014/main" id="{7728BB4E-337F-C3DC-5189-7B695B33CCEE}"/>
                      </a:ext>
                    </a:extLst>
                  </p:cNvPr>
                  <p:cNvSpPr txBox="1"/>
                  <p:nvPr/>
                </p:nvSpPr>
                <p:spPr>
                  <a:xfrm>
                    <a:off x="1952814" y="2597186"/>
                    <a:ext cx="39528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600" u="sng"/>
                      <a:t>Power</a:t>
                    </a:r>
                    <a:endParaRPr lang="en-US" sz="1051" u="sng"/>
                  </a:p>
                </p:txBody>
              </p:sp>
              <p:sp>
                <p:nvSpPr>
                  <p:cNvPr id="1429" name="Rectangle 1428">
                    <a:extLst>
                      <a:ext uri="{FF2B5EF4-FFF2-40B4-BE49-F238E27FC236}">
                        <a16:creationId xmlns:a16="http://schemas.microsoft.com/office/drawing/2014/main" id="{5993044B-9F1F-3013-9EDD-9C746B987478}"/>
                      </a:ext>
                    </a:extLst>
                  </p:cNvPr>
                  <p:cNvSpPr/>
                  <p:nvPr/>
                </p:nvSpPr>
                <p:spPr>
                  <a:xfrm>
                    <a:off x="1800265" y="2642395"/>
                    <a:ext cx="700383" cy="311944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430" name="Group 1429">
                    <a:extLst>
                      <a:ext uri="{FF2B5EF4-FFF2-40B4-BE49-F238E27FC236}">
                        <a16:creationId xmlns:a16="http://schemas.microsoft.com/office/drawing/2014/main" id="{1D6DC700-7772-36F8-B4A6-7FD4E05408CC}"/>
                      </a:ext>
                    </a:extLst>
                  </p:cNvPr>
                  <p:cNvGrpSpPr/>
                  <p:nvPr/>
                </p:nvGrpSpPr>
                <p:grpSpPr>
                  <a:xfrm>
                    <a:off x="1730405" y="2734269"/>
                    <a:ext cx="840102" cy="218295"/>
                    <a:chOff x="1730405" y="2734269"/>
                    <a:chExt cx="840102" cy="218295"/>
                  </a:xfrm>
                </p:grpSpPr>
                <p:grpSp>
                  <p:nvGrpSpPr>
                    <p:cNvPr id="1431" name="Group 1430">
                      <a:extLst>
                        <a:ext uri="{FF2B5EF4-FFF2-40B4-BE49-F238E27FC236}">
                          <a16:creationId xmlns:a16="http://schemas.microsoft.com/office/drawing/2014/main" id="{FEB24DC2-B040-8488-952A-BE2CAB907C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0405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444" name="TextBox 1443">
                        <a:extLst>
                          <a:ext uri="{FF2B5EF4-FFF2-40B4-BE49-F238E27FC236}">
                            <a16:creationId xmlns:a16="http://schemas.microsoft.com/office/drawing/2014/main" id="{90CA0792-F24F-BF8F-6EE9-B744B075D4A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A</a:t>
                        </a:r>
                      </a:p>
                    </p:txBody>
                  </p:sp>
                  <p:cxnSp>
                    <p:nvCxnSpPr>
                      <p:cNvPr id="1445" name="Straight Connector 1444">
                        <a:extLst>
                          <a:ext uri="{FF2B5EF4-FFF2-40B4-BE49-F238E27FC236}">
                            <a16:creationId xmlns:a16="http://schemas.microsoft.com/office/drawing/2014/main" id="{86E918FD-6EAA-B4C1-9E79-F21871856E4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32" name="Group 1431">
                      <a:extLst>
                        <a:ext uri="{FF2B5EF4-FFF2-40B4-BE49-F238E27FC236}">
                          <a16:creationId xmlns:a16="http://schemas.microsoft.com/office/drawing/2014/main" id="{78DF91CA-DBFD-C8B8-D457-3C6957C9A8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71439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442" name="TextBox 1441">
                        <a:extLst>
                          <a:ext uri="{FF2B5EF4-FFF2-40B4-BE49-F238E27FC236}">
                            <a16:creationId xmlns:a16="http://schemas.microsoft.com/office/drawing/2014/main" id="{48F21AB7-4C57-EB32-49BD-03D72AA2C2F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B</a:t>
                        </a:r>
                      </a:p>
                    </p:txBody>
                  </p:sp>
                  <p:cxnSp>
                    <p:nvCxnSpPr>
                      <p:cNvPr id="1443" name="Straight Connector 1442">
                        <a:extLst>
                          <a:ext uri="{FF2B5EF4-FFF2-40B4-BE49-F238E27FC236}">
                            <a16:creationId xmlns:a16="http://schemas.microsoft.com/office/drawing/2014/main" id="{419736F4-D6A9-F7D1-5263-B172155EA3C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33" name="Group 1432">
                      <a:extLst>
                        <a:ext uri="{FF2B5EF4-FFF2-40B4-BE49-F238E27FC236}">
                          <a16:creationId xmlns:a16="http://schemas.microsoft.com/office/drawing/2014/main" id="{DF9880C2-DD09-11D3-0BBD-FC91906767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94540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440" name="TextBox 1439">
                        <a:extLst>
                          <a:ext uri="{FF2B5EF4-FFF2-40B4-BE49-F238E27FC236}">
                            <a16:creationId xmlns:a16="http://schemas.microsoft.com/office/drawing/2014/main" id="{063E6593-724E-0746-6BFB-0E731D8932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-</a:t>
                        </a:r>
                      </a:p>
                    </p:txBody>
                  </p:sp>
                  <p:cxnSp>
                    <p:nvCxnSpPr>
                      <p:cNvPr id="1441" name="Straight Connector 1440">
                        <a:extLst>
                          <a:ext uri="{FF2B5EF4-FFF2-40B4-BE49-F238E27FC236}">
                            <a16:creationId xmlns:a16="http://schemas.microsoft.com/office/drawing/2014/main" id="{3B7C4DB6-0A0F-38B5-A274-73A37249683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34" name="Group 1433">
                      <a:extLst>
                        <a:ext uri="{FF2B5EF4-FFF2-40B4-BE49-F238E27FC236}">
                          <a16:creationId xmlns:a16="http://schemas.microsoft.com/office/drawing/2014/main" id="{05F88F24-BEFB-101C-8CFB-D81E0D9BFE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12473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438" name="TextBox 1437">
                        <a:extLst>
                          <a:ext uri="{FF2B5EF4-FFF2-40B4-BE49-F238E27FC236}">
                            <a16:creationId xmlns:a16="http://schemas.microsoft.com/office/drawing/2014/main" id="{994403F3-65CE-7E02-17FF-9B5891688E8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C</a:t>
                        </a:r>
                      </a:p>
                    </p:txBody>
                  </p:sp>
                  <p:cxnSp>
                    <p:nvCxnSpPr>
                      <p:cNvPr id="1439" name="Straight Connector 1438">
                        <a:extLst>
                          <a:ext uri="{FF2B5EF4-FFF2-40B4-BE49-F238E27FC236}">
                            <a16:creationId xmlns:a16="http://schemas.microsoft.com/office/drawing/2014/main" id="{3BDF23B5-8B21-2D06-267D-FD55855C0AB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35" name="Group 1434">
                      <a:extLst>
                        <a:ext uri="{FF2B5EF4-FFF2-40B4-BE49-F238E27FC236}">
                          <a16:creationId xmlns:a16="http://schemas.microsoft.com/office/drawing/2014/main" id="{FE3C1245-01AC-6055-6113-AB3CF6B0A2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53507" y="2734269"/>
                      <a:ext cx="275967" cy="218295"/>
                      <a:chOff x="1628378" y="2139165"/>
                      <a:chExt cx="275967" cy="218295"/>
                    </a:xfrm>
                  </p:grpSpPr>
                  <p:sp>
                    <p:nvSpPr>
                      <p:cNvPr id="1436" name="TextBox 1435">
                        <a:extLst>
                          <a:ext uri="{FF2B5EF4-FFF2-40B4-BE49-F238E27FC236}">
                            <a16:creationId xmlns:a16="http://schemas.microsoft.com/office/drawing/2014/main" id="{70EBFDF8-AC7C-C9FD-0D72-486E153B67D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28378" y="2139165"/>
                        <a:ext cx="275967" cy="18466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600"/>
                          <a:t>+</a:t>
                        </a:r>
                      </a:p>
                    </p:txBody>
                  </p:sp>
                  <p:cxnSp>
                    <p:nvCxnSpPr>
                      <p:cNvPr id="1437" name="Straight Connector 1436">
                        <a:extLst>
                          <a:ext uri="{FF2B5EF4-FFF2-40B4-BE49-F238E27FC236}">
                            <a16:creationId xmlns:a16="http://schemas.microsoft.com/office/drawing/2014/main" id="{23B56633-28A1-2ACE-CC23-F759E9FD3FD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766361" y="2295256"/>
                        <a:ext cx="0" cy="62204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  <p:grpSp>
            <p:nvGrpSpPr>
              <p:cNvPr id="1388" name="Group 1387">
                <a:extLst>
                  <a:ext uri="{FF2B5EF4-FFF2-40B4-BE49-F238E27FC236}">
                    <a16:creationId xmlns:a16="http://schemas.microsoft.com/office/drawing/2014/main" id="{CA6DD0A1-C87C-14F8-9581-2DD945E7EA03}"/>
                  </a:ext>
                </a:extLst>
              </p:cNvPr>
              <p:cNvGrpSpPr/>
              <p:nvPr/>
            </p:nvGrpSpPr>
            <p:grpSpPr>
              <a:xfrm rot="16200000">
                <a:off x="4513427" y="5423143"/>
                <a:ext cx="605811" cy="542940"/>
                <a:chOff x="2685919" y="2092325"/>
                <a:chExt cx="605811" cy="542940"/>
              </a:xfrm>
            </p:grpSpPr>
            <p:sp>
              <p:nvSpPr>
                <p:cNvPr id="1411" name="Rectangle 1410">
                  <a:extLst>
                    <a:ext uri="{FF2B5EF4-FFF2-40B4-BE49-F238E27FC236}">
                      <a16:creationId xmlns:a16="http://schemas.microsoft.com/office/drawing/2014/main" id="{B10FB475-D482-5DC0-B6A3-BEBAB708D37E}"/>
                    </a:ext>
                  </a:extLst>
                </p:cNvPr>
                <p:cNvSpPr/>
                <p:nvPr/>
              </p:nvSpPr>
              <p:spPr>
                <a:xfrm>
                  <a:off x="2685919" y="2092325"/>
                  <a:ext cx="605811" cy="5429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2" name="TextBox 1411">
                  <a:extLst>
                    <a:ext uri="{FF2B5EF4-FFF2-40B4-BE49-F238E27FC236}">
                      <a16:creationId xmlns:a16="http://schemas.microsoft.com/office/drawing/2014/main" id="{4E8CC37E-4123-81D7-AFB5-4BF0BCA6A294}"/>
                    </a:ext>
                  </a:extLst>
                </p:cNvPr>
                <p:cNvSpPr txBox="1"/>
                <p:nvPr/>
              </p:nvSpPr>
              <p:spPr>
                <a:xfrm>
                  <a:off x="2713548" y="2156713"/>
                  <a:ext cx="55269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BLDC</a:t>
                  </a:r>
                </a:p>
              </p:txBody>
            </p:sp>
            <p:grpSp>
              <p:nvGrpSpPr>
                <p:cNvPr id="1413" name="Group 1412">
                  <a:extLst>
                    <a:ext uri="{FF2B5EF4-FFF2-40B4-BE49-F238E27FC236}">
                      <a16:creationId xmlns:a16="http://schemas.microsoft.com/office/drawing/2014/main" id="{F8AF1FCB-21B9-4D93-7058-4CCFB9876F42}"/>
                    </a:ext>
                  </a:extLst>
                </p:cNvPr>
                <p:cNvGrpSpPr/>
                <p:nvPr/>
              </p:nvGrpSpPr>
              <p:grpSpPr>
                <a:xfrm>
                  <a:off x="2709807" y="2416970"/>
                  <a:ext cx="558035" cy="218295"/>
                  <a:chOff x="1407570" y="2132976"/>
                  <a:chExt cx="558035" cy="218295"/>
                </a:xfrm>
              </p:grpSpPr>
              <p:grpSp>
                <p:nvGrpSpPr>
                  <p:cNvPr id="1414" name="Group 1413">
                    <a:extLst>
                      <a:ext uri="{FF2B5EF4-FFF2-40B4-BE49-F238E27FC236}">
                        <a16:creationId xmlns:a16="http://schemas.microsoft.com/office/drawing/2014/main" id="{31974F53-DA43-9372-7FBE-6C45720D469F}"/>
                      </a:ext>
                    </a:extLst>
                  </p:cNvPr>
                  <p:cNvGrpSpPr/>
                  <p:nvPr/>
                </p:nvGrpSpPr>
                <p:grpSpPr>
                  <a:xfrm>
                    <a:off x="1407570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421" name="TextBox 1420">
                      <a:extLst>
                        <a:ext uri="{FF2B5EF4-FFF2-40B4-BE49-F238E27FC236}">
                          <a16:creationId xmlns:a16="http://schemas.microsoft.com/office/drawing/2014/main" id="{745547E0-D302-1726-EC3A-BE8278AEF4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A</a:t>
                      </a:r>
                    </a:p>
                  </p:txBody>
                </p:sp>
                <p:cxnSp>
                  <p:nvCxnSpPr>
                    <p:cNvPr id="1422" name="Straight Connector 1421">
                      <a:extLst>
                        <a:ext uri="{FF2B5EF4-FFF2-40B4-BE49-F238E27FC236}">
                          <a16:creationId xmlns:a16="http://schemas.microsoft.com/office/drawing/2014/main" id="{2997B0E8-9C06-E96B-A503-06D4BE4C16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15" name="Group 1414">
                    <a:extLst>
                      <a:ext uri="{FF2B5EF4-FFF2-40B4-BE49-F238E27FC236}">
                        <a16:creationId xmlns:a16="http://schemas.microsoft.com/office/drawing/2014/main" id="{20DD61EF-9DD3-FCB4-7F56-8E048D76ECDC}"/>
                      </a:ext>
                    </a:extLst>
                  </p:cNvPr>
                  <p:cNvGrpSpPr/>
                  <p:nvPr/>
                </p:nvGrpSpPr>
                <p:grpSpPr>
                  <a:xfrm>
                    <a:off x="1548604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419" name="TextBox 1418">
                      <a:extLst>
                        <a:ext uri="{FF2B5EF4-FFF2-40B4-BE49-F238E27FC236}">
                          <a16:creationId xmlns:a16="http://schemas.microsoft.com/office/drawing/2014/main" id="{D41C5BA8-F7D1-91E0-AE1C-E4501540E7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B</a:t>
                      </a:r>
                    </a:p>
                  </p:txBody>
                </p:sp>
                <p:cxnSp>
                  <p:nvCxnSpPr>
                    <p:cNvPr id="1420" name="Straight Connector 1419">
                      <a:extLst>
                        <a:ext uri="{FF2B5EF4-FFF2-40B4-BE49-F238E27FC236}">
                          <a16:creationId xmlns:a16="http://schemas.microsoft.com/office/drawing/2014/main" id="{7B0A0921-B2A6-117E-9AD2-424A9703EF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16" name="Group 1415">
                    <a:extLst>
                      <a:ext uri="{FF2B5EF4-FFF2-40B4-BE49-F238E27FC236}">
                        <a16:creationId xmlns:a16="http://schemas.microsoft.com/office/drawing/2014/main" id="{7BBA7307-1B98-4E6A-75A1-3D211C50B6C1}"/>
                      </a:ext>
                    </a:extLst>
                  </p:cNvPr>
                  <p:cNvGrpSpPr/>
                  <p:nvPr/>
                </p:nvGrpSpPr>
                <p:grpSpPr>
                  <a:xfrm>
                    <a:off x="1689638" y="2132976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417" name="TextBox 1416">
                      <a:extLst>
                        <a:ext uri="{FF2B5EF4-FFF2-40B4-BE49-F238E27FC236}">
                          <a16:creationId xmlns:a16="http://schemas.microsoft.com/office/drawing/2014/main" id="{2C93AE8A-8A11-F778-0FD6-7F3D82AA3A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C</a:t>
                      </a:r>
                    </a:p>
                  </p:txBody>
                </p:sp>
                <p:cxnSp>
                  <p:nvCxnSpPr>
                    <p:cNvPr id="1418" name="Straight Connector 1417">
                      <a:extLst>
                        <a:ext uri="{FF2B5EF4-FFF2-40B4-BE49-F238E27FC236}">
                          <a16:creationId xmlns:a16="http://schemas.microsoft.com/office/drawing/2014/main" id="{30109E46-75AA-5CAD-A51A-350A4EBE217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389" name="Group 1388">
                <a:extLst>
                  <a:ext uri="{FF2B5EF4-FFF2-40B4-BE49-F238E27FC236}">
                    <a16:creationId xmlns:a16="http://schemas.microsoft.com/office/drawing/2014/main" id="{318B5298-3E01-28E8-1714-3ADFDEC0EB99}"/>
                  </a:ext>
                </a:extLst>
              </p:cNvPr>
              <p:cNvGrpSpPr/>
              <p:nvPr/>
            </p:nvGrpSpPr>
            <p:grpSpPr>
              <a:xfrm rot="5400000">
                <a:off x="3610736" y="5422486"/>
                <a:ext cx="970757" cy="544256"/>
                <a:chOff x="3484295" y="2092325"/>
                <a:chExt cx="970757" cy="544256"/>
              </a:xfrm>
            </p:grpSpPr>
            <p:sp>
              <p:nvSpPr>
                <p:cNvPr id="1390" name="Rectangle 1389">
                  <a:extLst>
                    <a:ext uri="{FF2B5EF4-FFF2-40B4-BE49-F238E27FC236}">
                      <a16:creationId xmlns:a16="http://schemas.microsoft.com/office/drawing/2014/main" id="{DFF857D0-0F77-5524-C2D5-CEDC84C02079}"/>
                    </a:ext>
                  </a:extLst>
                </p:cNvPr>
                <p:cNvSpPr/>
                <p:nvPr/>
              </p:nvSpPr>
              <p:spPr>
                <a:xfrm>
                  <a:off x="3547830" y="2092325"/>
                  <a:ext cx="843687" cy="5429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1" name="TextBox 1390">
                  <a:extLst>
                    <a:ext uri="{FF2B5EF4-FFF2-40B4-BE49-F238E27FC236}">
                      <a16:creationId xmlns:a16="http://schemas.microsoft.com/office/drawing/2014/main" id="{8470D7F8-F9A3-6ECF-205C-A32AF49582E3}"/>
                    </a:ext>
                  </a:extLst>
                </p:cNvPr>
                <p:cNvSpPr txBox="1"/>
                <p:nvPr/>
              </p:nvSpPr>
              <p:spPr>
                <a:xfrm>
                  <a:off x="3635224" y="2156713"/>
                  <a:ext cx="668898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900" b="1"/>
                    <a:t>AS5048A</a:t>
                  </a:r>
                </a:p>
              </p:txBody>
            </p:sp>
            <p:grpSp>
              <p:nvGrpSpPr>
                <p:cNvPr id="1392" name="Group 1391">
                  <a:extLst>
                    <a:ext uri="{FF2B5EF4-FFF2-40B4-BE49-F238E27FC236}">
                      <a16:creationId xmlns:a16="http://schemas.microsoft.com/office/drawing/2014/main" id="{3EA6E914-07AE-797C-461D-FC192C5236E6}"/>
                    </a:ext>
                  </a:extLst>
                </p:cNvPr>
                <p:cNvGrpSpPr/>
                <p:nvPr/>
              </p:nvGrpSpPr>
              <p:grpSpPr>
                <a:xfrm>
                  <a:off x="3484295" y="2416970"/>
                  <a:ext cx="970757" cy="219611"/>
                  <a:chOff x="1628378" y="2165763"/>
                  <a:chExt cx="970757" cy="219611"/>
                </a:xfrm>
              </p:grpSpPr>
              <p:grpSp>
                <p:nvGrpSpPr>
                  <p:cNvPr id="1393" name="Group 1392">
                    <a:extLst>
                      <a:ext uri="{FF2B5EF4-FFF2-40B4-BE49-F238E27FC236}">
                        <a16:creationId xmlns:a16="http://schemas.microsoft.com/office/drawing/2014/main" id="{8855E061-29E4-44D6-D891-06D2F91A7D52}"/>
                      </a:ext>
                    </a:extLst>
                  </p:cNvPr>
                  <p:cNvGrpSpPr/>
                  <p:nvPr/>
                </p:nvGrpSpPr>
                <p:grpSpPr>
                  <a:xfrm>
                    <a:off x="1628378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409" name="TextBox 1408">
                      <a:extLst>
                        <a:ext uri="{FF2B5EF4-FFF2-40B4-BE49-F238E27FC236}">
                          <a16:creationId xmlns:a16="http://schemas.microsoft.com/office/drawing/2014/main" id="{2AC81E1F-D904-1A25-9603-E28B23B7DF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</a:t>
                      </a:r>
                    </a:p>
                  </p:txBody>
                </p:sp>
                <p:cxnSp>
                  <p:nvCxnSpPr>
                    <p:cNvPr id="1410" name="Straight Connector 1409">
                      <a:extLst>
                        <a:ext uri="{FF2B5EF4-FFF2-40B4-BE49-F238E27FC236}">
                          <a16:creationId xmlns:a16="http://schemas.microsoft.com/office/drawing/2014/main" id="{CA8C25DA-08CE-7D4B-58A9-25CDE9338C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94" name="Group 1393">
                    <a:extLst>
                      <a:ext uri="{FF2B5EF4-FFF2-40B4-BE49-F238E27FC236}">
                        <a16:creationId xmlns:a16="http://schemas.microsoft.com/office/drawing/2014/main" id="{1FBC4B3E-16BB-87D7-D081-9944F34D1AAF}"/>
                      </a:ext>
                    </a:extLst>
                  </p:cNvPr>
                  <p:cNvGrpSpPr/>
                  <p:nvPr/>
                </p:nvGrpSpPr>
                <p:grpSpPr>
                  <a:xfrm>
                    <a:off x="1767336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407" name="TextBox 1406">
                      <a:extLst>
                        <a:ext uri="{FF2B5EF4-FFF2-40B4-BE49-F238E27FC236}">
                          <a16:creationId xmlns:a16="http://schemas.microsoft.com/office/drawing/2014/main" id="{393675F5-1FC0-2B37-1A1B-7EF0633CD3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2</a:t>
                      </a:r>
                    </a:p>
                  </p:txBody>
                </p:sp>
                <p:cxnSp>
                  <p:nvCxnSpPr>
                    <p:cNvPr id="1408" name="Straight Connector 1407">
                      <a:extLst>
                        <a:ext uri="{FF2B5EF4-FFF2-40B4-BE49-F238E27FC236}">
                          <a16:creationId xmlns:a16="http://schemas.microsoft.com/office/drawing/2014/main" id="{7B151040-0BA6-9C5F-E141-9318263E2B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95" name="Group 1394">
                    <a:extLst>
                      <a:ext uri="{FF2B5EF4-FFF2-40B4-BE49-F238E27FC236}">
                        <a16:creationId xmlns:a16="http://schemas.microsoft.com/office/drawing/2014/main" id="{C880D356-D084-7B24-A2A8-3B8F0D484D0B}"/>
                      </a:ext>
                    </a:extLst>
                  </p:cNvPr>
                  <p:cNvGrpSpPr/>
                  <p:nvPr/>
                </p:nvGrpSpPr>
                <p:grpSpPr>
                  <a:xfrm>
                    <a:off x="2184210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405" name="TextBox 1404">
                      <a:extLst>
                        <a:ext uri="{FF2B5EF4-FFF2-40B4-BE49-F238E27FC236}">
                          <a16:creationId xmlns:a16="http://schemas.microsoft.com/office/drawing/2014/main" id="{EF007889-1F18-5893-EBC6-B4C0D861AB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11</a:t>
                      </a:r>
                    </a:p>
                  </p:txBody>
                </p:sp>
                <p:cxnSp>
                  <p:nvCxnSpPr>
                    <p:cNvPr id="1406" name="Straight Connector 1405">
                      <a:extLst>
                        <a:ext uri="{FF2B5EF4-FFF2-40B4-BE49-F238E27FC236}">
                          <a16:creationId xmlns:a16="http://schemas.microsoft.com/office/drawing/2014/main" id="{63B5B810-DCB8-5651-78EF-DCB0596A5B0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96" name="Group 1395">
                    <a:extLst>
                      <a:ext uri="{FF2B5EF4-FFF2-40B4-BE49-F238E27FC236}">
                        <a16:creationId xmlns:a16="http://schemas.microsoft.com/office/drawing/2014/main" id="{D08D3594-7BDC-3E7D-D008-1A90F99540E4}"/>
                      </a:ext>
                    </a:extLst>
                  </p:cNvPr>
                  <p:cNvGrpSpPr/>
                  <p:nvPr/>
                </p:nvGrpSpPr>
                <p:grpSpPr>
                  <a:xfrm>
                    <a:off x="2040805" y="2165763"/>
                    <a:ext cx="280197" cy="219611"/>
                    <a:chOff x="1623931" y="2137849"/>
                    <a:chExt cx="280197" cy="219611"/>
                  </a:xfrm>
                </p:grpSpPr>
                <p:sp>
                  <p:nvSpPr>
                    <p:cNvPr id="1403" name="TextBox 1402">
                      <a:extLst>
                        <a:ext uri="{FF2B5EF4-FFF2-40B4-BE49-F238E27FC236}">
                          <a16:creationId xmlns:a16="http://schemas.microsoft.com/office/drawing/2014/main" id="{7A7E803B-1DD8-1B95-D831-4D5ECDFE5A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3931" y="2137849"/>
                      <a:ext cx="28019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4</a:t>
                      </a:r>
                    </a:p>
                  </p:txBody>
                </p:sp>
                <p:cxnSp>
                  <p:nvCxnSpPr>
                    <p:cNvPr id="1404" name="Straight Connector 1403">
                      <a:extLst>
                        <a:ext uri="{FF2B5EF4-FFF2-40B4-BE49-F238E27FC236}">
                          <a16:creationId xmlns:a16="http://schemas.microsoft.com/office/drawing/2014/main" id="{933DE5D1-62A2-7641-2E37-6E7B9242FD6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97" name="Group 1396">
                    <a:extLst>
                      <a:ext uri="{FF2B5EF4-FFF2-40B4-BE49-F238E27FC236}">
                        <a16:creationId xmlns:a16="http://schemas.microsoft.com/office/drawing/2014/main" id="{BC8D76C6-4A94-ACCB-E2D1-9A4CAE38B79F}"/>
                      </a:ext>
                    </a:extLst>
                  </p:cNvPr>
                  <p:cNvGrpSpPr/>
                  <p:nvPr/>
                </p:nvGrpSpPr>
                <p:grpSpPr>
                  <a:xfrm>
                    <a:off x="1906294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401" name="TextBox 1400">
                      <a:extLst>
                        <a:ext uri="{FF2B5EF4-FFF2-40B4-BE49-F238E27FC236}">
                          <a16:creationId xmlns:a16="http://schemas.microsoft.com/office/drawing/2014/main" id="{5D0FBB88-26D1-B1DF-0B97-1911546FBBC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3</a:t>
                      </a:r>
                    </a:p>
                  </p:txBody>
                </p:sp>
                <p:cxnSp>
                  <p:nvCxnSpPr>
                    <p:cNvPr id="1402" name="Straight Connector 1401">
                      <a:extLst>
                        <a:ext uri="{FF2B5EF4-FFF2-40B4-BE49-F238E27FC236}">
                          <a16:creationId xmlns:a16="http://schemas.microsoft.com/office/drawing/2014/main" id="{E7EA5D5C-80C7-9FBF-58A1-718E0D588B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98" name="Group 1397">
                    <a:extLst>
                      <a:ext uri="{FF2B5EF4-FFF2-40B4-BE49-F238E27FC236}">
                        <a16:creationId xmlns:a16="http://schemas.microsoft.com/office/drawing/2014/main" id="{8B23A291-324D-0BB8-7FA9-3D5B29AD2902}"/>
                      </a:ext>
                    </a:extLst>
                  </p:cNvPr>
                  <p:cNvGrpSpPr/>
                  <p:nvPr/>
                </p:nvGrpSpPr>
                <p:grpSpPr>
                  <a:xfrm>
                    <a:off x="2323168" y="2167079"/>
                    <a:ext cx="275967" cy="218295"/>
                    <a:chOff x="1628378" y="2139165"/>
                    <a:chExt cx="275967" cy="218295"/>
                  </a:xfrm>
                </p:grpSpPr>
                <p:sp>
                  <p:nvSpPr>
                    <p:cNvPr id="1399" name="TextBox 1398">
                      <a:extLst>
                        <a:ext uri="{FF2B5EF4-FFF2-40B4-BE49-F238E27FC236}">
                          <a16:creationId xmlns:a16="http://schemas.microsoft.com/office/drawing/2014/main" id="{75EB4B6E-B2A9-F7DD-39AF-6412A05E82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8378" y="2139165"/>
                      <a:ext cx="275967" cy="18466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600"/>
                        <a:t>13</a:t>
                      </a:r>
                    </a:p>
                  </p:txBody>
                </p:sp>
                <p:cxnSp>
                  <p:nvCxnSpPr>
                    <p:cNvPr id="1400" name="Straight Connector 1399">
                      <a:extLst>
                        <a:ext uri="{FF2B5EF4-FFF2-40B4-BE49-F238E27FC236}">
                          <a16:creationId xmlns:a16="http://schemas.microsoft.com/office/drawing/2014/main" id="{DAEB7ABD-2E3E-0DAD-4029-8D24ED98497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66361" y="2295256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cxnSp>
          <p:nvCxnSpPr>
            <p:cNvPr id="1378" name="Connector: Elbow 1377">
              <a:extLst>
                <a:ext uri="{FF2B5EF4-FFF2-40B4-BE49-F238E27FC236}">
                  <a16:creationId xmlns:a16="http://schemas.microsoft.com/office/drawing/2014/main" id="{2ECB0568-EC8C-83AB-1450-C0D1F382CD2E}"/>
                </a:ext>
              </a:extLst>
            </p:cNvPr>
            <p:cNvCxnSpPr>
              <a:cxnSpLocks/>
              <a:stCxn id="1409" idx="2"/>
              <a:endCxn id="1455" idx="2"/>
            </p:cNvCxnSpPr>
            <p:nvPr/>
          </p:nvCxnSpPr>
          <p:spPr>
            <a:xfrm rot="10800000">
              <a:off x="3603770" y="5130186"/>
              <a:ext cx="9456" cy="285105"/>
            </a:xfrm>
            <a:prstGeom prst="bentConnector3">
              <a:avLst>
                <a:gd name="adj1" fmla="val 1539710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Connector: Elbow 1378">
              <a:extLst>
                <a:ext uri="{FF2B5EF4-FFF2-40B4-BE49-F238E27FC236}">
                  <a16:creationId xmlns:a16="http://schemas.microsoft.com/office/drawing/2014/main" id="{DD17B538-9A46-C441-6257-535F5BFC659C}"/>
                </a:ext>
              </a:extLst>
            </p:cNvPr>
            <p:cNvCxnSpPr>
              <a:cxnSpLocks/>
              <a:stCxn id="1407" idx="2"/>
              <a:endCxn id="1461" idx="2"/>
            </p:cNvCxnSpPr>
            <p:nvPr/>
          </p:nvCxnSpPr>
          <p:spPr>
            <a:xfrm rot="10800000">
              <a:off x="3603772" y="4991228"/>
              <a:ext cx="9455" cy="563020"/>
            </a:xfrm>
            <a:prstGeom prst="bentConnector3">
              <a:avLst>
                <a:gd name="adj1" fmla="val 2194669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0" name="Connector: Elbow 1379">
              <a:extLst>
                <a:ext uri="{FF2B5EF4-FFF2-40B4-BE49-F238E27FC236}">
                  <a16:creationId xmlns:a16="http://schemas.microsoft.com/office/drawing/2014/main" id="{DD1854A6-8E7E-410A-2DBC-880129F567FE}"/>
                </a:ext>
              </a:extLst>
            </p:cNvPr>
            <p:cNvCxnSpPr>
              <a:cxnSpLocks/>
              <a:stCxn id="1401" idx="2"/>
              <a:endCxn id="1459" idx="2"/>
            </p:cNvCxnSpPr>
            <p:nvPr/>
          </p:nvCxnSpPr>
          <p:spPr>
            <a:xfrm rot="10800000">
              <a:off x="3603772" y="4852270"/>
              <a:ext cx="9455" cy="840936"/>
            </a:xfrm>
            <a:prstGeom prst="bentConnector3">
              <a:avLst>
                <a:gd name="adj1" fmla="val 2799112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Connector: Elbow 1380">
              <a:extLst>
                <a:ext uri="{FF2B5EF4-FFF2-40B4-BE49-F238E27FC236}">
                  <a16:creationId xmlns:a16="http://schemas.microsoft.com/office/drawing/2014/main" id="{4DCB936B-DBA0-7339-A8ED-F80CDB5E152F}"/>
                </a:ext>
              </a:extLst>
            </p:cNvPr>
            <p:cNvCxnSpPr>
              <a:cxnSpLocks/>
              <a:stCxn id="1403" idx="2"/>
              <a:endCxn id="1457" idx="2"/>
            </p:cNvCxnSpPr>
            <p:nvPr/>
          </p:nvCxnSpPr>
          <p:spPr>
            <a:xfrm rot="10800000">
              <a:off x="3603772" y="4713312"/>
              <a:ext cx="10771" cy="1116520"/>
            </a:xfrm>
            <a:prstGeom prst="bentConnector3">
              <a:avLst>
                <a:gd name="adj1" fmla="val 2940971"/>
              </a:avLst>
            </a:prstGeom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Connector: Elbow 1381">
              <a:extLst>
                <a:ext uri="{FF2B5EF4-FFF2-40B4-BE49-F238E27FC236}">
                  <a16:creationId xmlns:a16="http://schemas.microsoft.com/office/drawing/2014/main" id="{131C9131-F546-4154-D449-A2B5E7FF8AC0}"/>
                </a:ext>
              </a:extLst>
            </p:cNvPr>
            <p:cNvCxnSpPr>
              <a:cxnSpLocks/>
              <a:stCxn id="1405" idx="2"/>
              <a:endCxn id="1465" idx="2"/>
            </p:cNvCxnSpPr>
            <p:nvPr/>
          </p:nvCxnSpPr>
          <p:spPr>
            <a:xfrm rot="10800000">
              <a:off x="3603772" y="4435396"/>
              <a:ext cx="9455" cy="1535727"/>
            </a:xfrm>
            <a:prstGeom prst="bentConnector3">
              <a:avLst>
                <a:gd name="adj1" fmla="val 4511698"/>
              </a:avLst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Connector: Elbow 1382">
              <a:extLst>
                <a:ext uri="{FF2B5EF4-FFF2-40B4-BE49-F238E27FC236}">
                  <a16:creationId xmlns:a16="http://schemas.microsoft.com/office/drawing/2014/main" id="{8AFC5E4A-BB31-98EE-D964-70EADF456AA5}"/>
                </a:ext>
              </a:extLst>
            </p:cNvPr>
            <p:cNvCxnSpPr>
              <a:cxnSpLocks/>
              <a:stCxn id="1399" idx="2"/>
              <a:endCxn id="1463" idx="2"/>
            </p:cNvCxnSpPr>
            <p:nvPr/>
          </p:nvCxnSpPr>
          <p:spPr>
            <a:xfrm rot="10800000">
              <a:off x="3603772" y="4574354"/>
              <a:ext cx="9455" cy="1535726"/>
            </a:xfrm>
            <a:prstGeom prst="bentConnector3">
              <a:avLst>
                <a:gd name="adj1" fmla="val 3940836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4" name="Connector: Elbow 1383">
              <a:extLst>
                <a:ext uri="{FF2B5EF4-FFF2-40B4-BE49-F238E27FC236}">
                  <a16:creationId xmlns:a16="http://schemas.microsoft.com/office/drawing/2014/main" id="{5E56F88C-4AA6-D0D0-BDA0-E262F656B2B7}"/>
                </a:ext>
              </a:extLst>
            </p:cNvPr>
            <p:cNvCxnSpPr>
              <a:cxnSpLocks/>
              <a:stCxn id="1421" idx="2"/>
              <a:endCxn id="1444" idx="2"/>
            </p:cNvCxnSpPr>
            <p:nvPr/>
          </p:nvCxnSpPr>
          <p:spPr>
            <a:xfrm flipV="1">
              <a:off x="4809784" y="5138173"/>
              <a:ext cx="1131" cy="765544"/>
            </a:xfrm>
            <a:prstGeom prst="bentConnector3">
              <a:avLst>
                <a:gd name="adj1" fmla="val 9470027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5" name="Connector: Elbow 1384">
              <a:extLst>
                <a:ext uri="{FF2B5EF4-FFF2-40B4-BE49-F238E27FC236}">
                  <a16:creationId xmlns:a16="http://schemas.microsoft.com/office/drawing/2014/main" id="{010DA415-1EB1-5ACD-CFE1-8E1B9D34D0B8}"/>
                </a:ext>
              </a:extLst>
            </p:cNvPr>
            <p:cNvCxnSpPr>
              <a:cxnSpLocks/>
              <a:stCxn id="1419" idx="2"/>
              <a:endCxn id="1442" idx="2"/>
            </p:cNvCxnSpPr>
            <p:nvPr/>
          </p:nvCxnSpPr>
          <p:spPr>
            <a:xfrm flipV="1">
              <a:off x="4809784" y="4997139"/>
              <a:ext cx="1131" cy="765544"/>
            </a:xfrm>
            <a:prstGeom prst="bentConnector3">
              <a:avLst>
                <a:gd name="adj1" fmla="val 17049602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Connector: Elbow 1385">
              <a:extLst>
                <a:ext uri="{FF2B5EF4-FFF2-40B4-BE49-F238E27FC236}">
                  <a16:creationId xmlns:a16="http://schemas.microsoft.com/office/drawing/2014/main" id="{B75CE586-B2B9-3E92-09AD-4986D276F3CE}"/>
                </a:ext>
              </a:extLst>
            </p:cNvPr>
            <p:cNvCxnSpPr>
              <a:cxnSpLocks/>
              <a:stCxn id="1417" idx="2"/>
              <a:endCxn id="1438" idx="2"/>
            </p:cNvCxnSpPr>
            <p:nvPr/>
          </p:nvCxnSpPr>
          <p:spPr>
            <a:xfrm flipV="1">
              <a:off x="4809784" y="4856105"/>
              <a:ext cx="1131" cy="765544"/>
            </a:xfrm>
            <a:prstGeom prst="bentConnector3">
              <a:avLst>
                <a:gd name="adj1" fmla="val 24348453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5" name="Connector: Elbow 1514">
            <a:extLst>
              <a:ext uri="{FF2B5EF4-FFF2-40B4-BE49-F238E27FC236}">
                <a16:creationId xmlns:a16="http://schemas.microsoft.com/office/drawing/2014/main" id="{F07F7110-EA00-B464-326E-E1B7B60F76F7}"/>
              </a:ext>
            </a:extLst>
          </p:cNvPr>
          <p:cNvCxnSpPr>
            <a:cxnSpLocks/>
            <a:stCxn id="1436" idx="2"/>
          </p:cNvCxnSpPr>
          <p:nvPr/>
        </p:nvCxnSpPr>
        <p:spPr>
          <a:xfrm flipH="1" flipV="1">
            <a:off x="3892951" y="3442166"/>
            <a:ext cx="6410572" cy="1415386"/>
          </a:xfrm>
          <a:prstGeom prst="bentConnector3">
            <a:avLst>
              <a:gd name="adj1" fmla="val -2235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6" name="Connector: Elbow 1515">
            <a:extLst>
              <a:ext uri="{FF2B5EF4-FFF2-40B4-BE49-F238E27FC236}">
                <a16:creationId xmlns:a16="http://schemas.microsoft.com/office/drawing/2014/main" id="{F7592DC9-A520-DE6C-2235-8D6811A3239E}"/>
              </a:ext>
            </a:extLst>
          </p:cNvPr>
          <p:cNvCxnSpPr>
            <a:cxnSpLocks/>
            <a:endCxn id="1440" idx="2"/>
          </p:cNvCxnSpPr>
          <p:nvPr/>
        </p:nvCxnSpPr>
        <p:spPr>
          <a:xfrm>
            <a:off x="3892952" y="3467288"/>
            <a:ext cx="6410571" cy="1249231"/>
          </a:xfrm>
          <a:prstGeom prst="bentConnector3">
            <a:avLst>
              <a:gd name="adj1" fmla="val 10175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2" name="Connector: Elbow 1631">
            <a:extLst>
              <a:ext uri="{FF2B5EF4-FFF2-40B4-BE49-F238E27FC236}">
                <a16:creationId xmlns:a16="http://schemas.microsoft.com/office/drawing/2014/main" id="{B5F5D0F1-5604-CD78-50AB-352BAB669A65}"/>
              </a:ext>
            </a:extLst>
          </p:cNvPr>
          <p:cNvCxnSpPr>
            <a:cxnSpLocks/>
            <a:stCxn id="397" idx="2"/>
            <a:endCxn id="602" idx="2"/>
          </p:cNvCxnSpPr>
          <p:nvPr/>
        </p:nvCxnSpPr>
        <p:spPr>
          <a:xfrm rot="5400000">
            <a:off x="2594796" y="1403930"/>
            <a:ext cx="1022572" cy="1154359"/>
          </a:xfrm>
          <a:prstGeom prst="bentConnector3">
            <a:avLst>
              <a:gd name="adj1" fmla="val 116145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6" name="Connector: Elbow 1635">
            <a:extLst>
              <a:ext uri="{FF2B5EF4-FFF2-40B4-BE49-F238E27FC236}">
                <a16:creationId xmlns:a16="http://schemas.microsoft.com/office/drawing/2014/main" id="{61BCFD3F-A926-C50A-117B-3609A32768DB}"/>
              </a:ext>
            </a:extLst>
          </p:cNvPr>
          <p:cNvCxnSpPr>
            <a:cxnSpLocks/>
            <a:stCxn id="394" idx="2"/>
            <a:endCxn id="605" idx="2"/>
          </p:cNvCxnSpPr>
          <p:nvPr/>
        </p:nvCxnSpPr>
        <p:spPr>
          <a:xfrm rot="5400000">
            <a:off x="2581666" y="1566276"/>
            <a:ext cx="1025200" cy="827038"/>
          </a:xfrm>
          <a:prstGeom prst="bentConnector3">
            <a:avLst>
              <a:gd name="adj1" fmla="val 109291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1" name="Connector: Elbow 1640">
            <a:extLst>
              <a:ext uri="{FF2B5EF4-FFF2-40B4-BE49-F238E27FC236}">
                <a16:creationId xmlns:a16="http://schemas.microsoft.com/office/drawing/2014/main" id="{79F457B6-689A-0652-E1EA-447186A2BAB6}"/>
              </a:ext>
            </a:extLst>
          </p:cNvPr>
          <p:cNvCxnSpPr>
            <a:cxnSpLocks/>
            <a:stCxn id="391" idx="2"/>
            <a:endCxn id="635" idx="2"/>
          </p:cNvCxnSpPr>
          <p:nvPr/>
        </p:nvCxnSpPr>
        <p:spPr>
          <a:xfrm rot="16200000" flipH="1">
            <a:off x="3688531" y="1123609"/>
            <a:ext cx="1631137" cy="2320003"/>
          </a:xfrm>
          <a:prstGeom prst="bentConnector3">
            <a:avLst>
              <a:gd name="adj1" fmla="val 103504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6" name="Connector: Elbow 1645">
            <a:extLst>
              <a:ext uri="{FF2B5EF4-FFF2-40B4-BE49-F238E27FC236}">
                <a16:creationId xmlns:a16="http://schemas.microsoft.com/office/drawing/2014/main" id="{0B0E0309-CD14-233D-876E-BA2E1F1EFCA9}"/>
              </a:ext>
            </a:extLst>
          </p:cNvPr>
          <p:cNvCxnSpPr>
            <a:cxnSpLocks/>
            <a:stCxn id="388" idx="2"/>
            <a:endCxn id="633" idx="2"/>
          </p:cNvCxnSpPr>
          <p:nvPr/>
        </p:nvCxnSpPr>
        <p:spPr>
          <a:xfrm rot="16200000" flipH="1">
            <a:off x="3693410" y="998418"/>
            <a:ext cx="1628511" cy="2571320"/>
          </a:xfrm>
          <a:prstGeom prst="bentConnector3">
            <a:avLst>
              <a:gd name="adj1" fmla="val 105848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0" name="Connector: Elbow 1679">
            <a:extLst>
              <a:ext uri="{FF2B5EF4-FFF2-40B4-BE49-F238E27FC236}">
                <a16:creationId xmlns:a16="http://schemas.microsoft.com/office/drawing/2014/main" id="{D14C53ED-782E-FCBF-63A5-42D006D7BE25}"/>
              </a:ext>
            </a:extLst>
          </p:cNvPr>
          <p:cNvCxnSpPr>
            <a:cxnSpLocks/>
            <a:stCxn id="846" idx="2"/>
            <a:endCxn id="645" idx="2"/>
          </p:cNvCxnSpPr>
          <p:nvPr/>
        </p:nvCxnSpPr>
        <p:spPr>
          <a:xfrm>
            <a:off x="823186" y="2164622"/>
            <a:ext cx="5278800" cy="934558"/>
          </a:xfrm>
          <a:prstGeom prst="bentConnector4">
            <a:avLst>
              <a:gd name="adj1" fmla="val 13467"/>
              <a:gd name="adj2" fmla="val 130576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3" name="Connector: Elbow 1682">
            <a:extLst>
              <a:ext uri="{FF2B5EF4-FFF2-40B4-BE49-F238E27FC236}">
                <a16:creationId xmlns:a16="http://schemas.microsoft.com/office/drawing/2014/main" id="{B366BE1F-5B79-1AB8-933D-8E3B60640C66}"/>
              </a:ext>
            </a:extLst>
          </p:cNvPr>
          <p:cNvCxnSpPr>
            <a:cxnSpLocks/>
            <a:stCxn id="848" idx="2"/>
            <a:endCxn id="639" idx="2"/>
          </p:cNvCxnSpPr>
          <p:nvPr/>
        </p:nvCxnSpPr>
        <p:spPr>
          <a:xfrm>
            <a:off x="823186" y="2329765"/>
            <a:ext cx="5118265" cy="769415"/>
          </a:xfrm>
          <a:prstGeom prst="bentConnector4">
            <a:avLst>
              <a:gd name="adj1" fmla="val 15078"/>
              <a:gd name="adj2" fmla="val 129711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7" name="Connector: Elbow 1726">
            <a:extLst>
              <a:ext uri="{FF2B5EF4-FFF2-40B4-BE49-F238E27FC236}">
                <a16:creationId xmlns:a16="http://schemas.microsoft.com/office/drawing/2014/main" id="{8A26D0FD-41FE-9751-3EB0-C8CC6D67BBF4}"/>
              </a:ext>
            </a:extLst>
          </p:cNvPr>
          <p:cNvCxnSpPr>
            <a:cxnSpLocks/>
            <a:stCxn id="631" idx="2"/>
            <a:endCxn id="660" idx="2"/>
          </p:cNvCxnSpPr>
          <p:nvPr/>
        </p:nvCxnSpPr>
        <p:spPr>
          <a:xfrm rot="16200000" flipH="1">
            <a:off x="6805523" y="2595086"/>
            <a:ext cx="76417" cy="1084604"/>
          </a:xfrm>
          <a:prstGeom prst="bentConnector3">
            <a:avLst>
              <a:gd name="adj1" fmla="val 399148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0" name="Connector: Elbow 1729">
            <a:extLst>
              <a:ext uri="{FF2B5EF4-FFF2-40B4-BE49-F238E27FC236}">
                <a16:creationId xmlns:a16="http://schemas.microsoft.com/office/drawing/2014/main" id="{4B37A447-B3D7-FD1B-9931-C2FD8F09D960}"/>
              </a:ext>
            </a:extLst>
          </p:cNvPr>
          <p:cNvCxnSpPr>
            <a:cxnSpLocks/>
            <a:stCxn id="658" idx="2"/>
            <a:endCxn id="704" idx="2"/>
          </p:cNvCxnSpPr>
          <p:nvPr/>
        </p:nvCxnSpPr>
        <p:spPr>
          <a:xfrm rot="16200000" flipH="1">
            <a:off x="7840026" y="2856288"/>
            <a:ext cx="12700" cy="638618"/>
          </a:xfrm>
          <a:prstGeom prst="bentConnector3">
            <a:avLst>
              <a:gd name="adj1" fmla="val 1800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3" name="Connector: Elbow 1732">
            <a:extLst>
              <a:ext uri="{FF2B5EF4-FFF2-40B4-BE49-F238E27FC236}">
                <a16:creationId xmlns:a16="http://schemas.microsoft.com/office/drawing/2014/main" id="{03CBD23A-188C-F0EF-1C19-D73D819BDBE6}"/>
              </a:ext>
            </a:extLst>
          </p:cNvPr>
          <p:cNvCxnSpPr>
            <a:cxnSpLocks/>
            <a:stCxn id="702" idx="2"/>
            <a:endCxn id="714" idx="2"/>
          </p:cNvCxnSpPr>
          <p:nvPr/>
        </p:nvCxnSpPr>
        <p:spPr>
          <a:xfrm rot="16200000" flipH="1">
            <a:off x="8622853" y="2859463"/>
            <a:ext cx="12700" cy="632268"/>
          </a:xfrm>
          <a:prstGeom prst="bentConnector3">
            <a:avLst>
              <a:gd name="adj1" fmla="val 1800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" name="Connector: Elbow 1744">
            <a:extLst>
              <a:ext uri="{FF2B5EF4-FFF2-40B4-BE49-F238E27FC236}">
                <a16:creationId xmlns:a16="http://schemas.microsoft.com/office/drawing/2014/main" id="{F375D9E9-16AC-347F-BCAB-D333C015FE4E}"/>
              </a:ext>
            </a:extLst>
          </p:cNvPr>
          <p:cNvCxnSpPr>
            <a:cxnSpLocks/>
            <a:stCxn id="23" idx="2"/>
            <a:endCxn id="608" idx="2"/>
          </p:cNvCxnSpPr>
          <p:nvPr/>
        </p:nvCxnSpPr>
        <p:spPr>
          <a:xfrm rot="16200000" flipV="1">
            <a:off x="2483551" y="2841437"/>
            <a:ext cx="1670458" cy="972376"/>
          </a:xfrm>
          <a:prstGeom prst="bentConnector3">
            <a:avLst>
              <a:gd name="adj1" fmla="val 53707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" name="Connector: Elbow 1748">
            <a:extLst>
              <a:ext uri="{FF2B5EF4-FFF2-40B4-BE49-F238E27FC236}">
                <a16:creationId xmlns:a16="http://schemas.microsoft.com/office/drawing/2014/main" id="{A0E29626-25DE-7267-03AF-BED3B9B02BF9}"/>
              </a:ext>
            </a:extLst>
          </p:cNvPr>
          <p:cNvCxnSpPr>
            <a:cxnSpLocks/>
            <a:stCxn id="26" idx="2"/>
            <a:endCxn id="611" idx="2"/>
          </p:cNvCxnSpPr>
          <p:nvPr/>
        </p:nvCxnSpPr>
        <p:spPr>
          <a:xfrm rot="16200000" flipV="1">
            <a:off x="2620842" y="2855993"/>
            <a:ext cx="1670458" cy="943263"/>
          </a:xfrm>
          <a:prstGeom prst="bentConnector3">
            <a:avLst>
              <a:gd name="adj1" fmla="val 56653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5" name="Connector: Elbow 1764">
            <a:extLst>
              <a:ext uri="{FF2B5EF4-FFF2-40B4-BE49-F238E27FC236}">
                <a16:creationId xmlns:a16="http://schemas.microsoft.com/office/drawing/2014/main" id="{E0884BFB-CCE0-42D1-A028-E8800E5B65FF}"/>
              </a:ext>
            </a:extLst>
          </p:cNvPr>
          <p:cNvCxnSpPr>
            <a:cxnSpLocks/>
            <a:stCxn id="56" idx="2"/>
            <a:endCxn id="1370" idx="2"/>
          </p:cNvCxnSpPr>
          <p:nvPr/>
        </p:nvCxnSpPr>
        <p:spPr>
          <a:xfrm rot="5400000" flipH="1" flipV="1">
            <a:off x="5418468" y="3006555"/>
            <a:ext cx="12700" cy="2312598"/>
          </a:xfrm>
          <a:prstGeom prst="bentConnector3">
            <a:avLst>
              <a:gd name="adj1" fmla="val 2275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: Elbow 1767">
            <a:extLst>
              <a:ext uri="{FF2B5EF4-FFF2-40B4-BE49-F238E27FC236}">
                <a16:creationId xmlns:a16="http://schemas.microsoft.com/office/drawing/2014/main" id="{09AF8B04-F099-A991-E47A-D971EF53667F}"/>
              </a:ext>
            </a:extLst>
          </p:cNvPr>
          <p:cNvCxnSpPr>
            <a:cxnSpLocks/>
            <a:stCxn id="57" idx="2"/>
            <a:endCxn id="1371" idx="2"/>
          </p:cNvCxnSpPr>
          <p:nvPr/>
        </p:nvCxnSpPr>
        <p:spPr>
          <a:xfrm rot="5400000" flipH="1" flipV="1">
            <a:off x="5536439" y="3008143"/>
            <a:ext cx="12700" cy="2309423"/>
          </a:xfrm>
          <a:prstGeom prst="bentConnector3">
            <a:avLst>
              <a:gd name="adj1" fmla="val 1800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0" name="Connector: Elbow 1779">
            <a:extLst>
              <a:ext uri="{FF2B5EF4-FFF2-40B4-BE49-F238E27FC236}">
                <a16:creationId xmlns:a16="http://schemas.microsoft.com/office/drawing/2014/main" id="{895A6256-509A-0CB6-4D20-B19CEC43A1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191441" y="2989139"/>
            <a:ext cx="12700" cy="2312598"/>
          </a:xfrm>
          <a:prstGeom prst="bentConnector3">
            <a:avLst>
              <a:gd name="adj1" fmla="val 2275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1" name="Connector: Elbow 1780">
            <a:extLst>
              <a:ext uri="{FF2B5EF4-FFF2-40B4-BE49-F238E27FC236}">
                <a16:creationId xmlns:a16="http://schemas.microsoft.com/office/drawing/2014/main" id="{FFC0D9E4-6CFE-6846-5A99-D58AD2D91D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09412" y="2990727"/>
            <a:ext cx="12700" cy="2309423"/>
          </a:xfrm>
          <a:prstGeom prst="bentConnector3">
            <a:avLst>
              <a:gd name="adj1" fmla="val 1800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74ADB00-22EB-40C0-31F5-B215652685BA}"/>
              </a:ext>
            </a:extLst>
          </p:cNvPr>
          <p:cNvGrpSpPr/>
          <p:nvPr/>
        </p:nvGrpSpPr>
        <p:grpSpPr>
          <a:xfrm>
            <a:off x="8859525" y="132957"/>
            <a:ext cx="648367" cy="542941"/>
            <a:chOff x="4309816" y="2654400"/>
            <a:chExt cx="648367" cy="5429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35A7DB-9B85-EFC4-512E-7C47C9BF9214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9B1F24-B578-F419-5059-6D044AE24CEC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Button</a:t>
              </a:r>
            </a:p>
            <a:p>
              <a:pPr algn="ctr"/>
              <a:endParaRPr lang="en-US" sz="900" b="1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880DE82-E913-3AF8-02BA-AECB43A6FF73}"/>
                </a:ext>
              </a:extLst>
            </p:cNvPr>
            <p:cNvGrpSpPr/>
            <p:nvPr/>
          </p:nvGrpSpPr>
          <p:grpSpPr>
            <a:xfrm>
              <a:off x="4425499" y="2978300"/>
              <a:ext cx="410651" cy="218295"/>
              <a:chOff x="4321938" y="3373027"/>
              <a:chExt cx="410651" cy="21829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43091D3-9807-59D3-0A51-7C5E843FAA60}"/>
                  </a:ext>
                </a:extLst>
              </p:cNvPr>
              <p:cNvGrpSpPr/>
              <p:nvPr/>
            </p:nvGrpSpPr>
            <p:grpSpPr>
              <a:xfrm>
                <a:off x="4321938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24F16E-47A4-CFFD-0ED6-6577A61C7431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56DA689-511F-0790-6EC3-200A669B44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33C155C-4BC7-05C7-6231-1C978733EE64}"/>
                  </a:ext>
                </a:extLst>
              </p:cNvPr>
              <p:cNvGrpSpPr/>
              <p:nvPr/>
            </p:nvGrpSpPr>
            <p:grpSpPr>
              <a:xfrm>
                <a:off x="4456622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F23EF35-E825-1F9D-AFC1-A88107C3C862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061F11B5-0DC9-C13C-770E-E2F17F002F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E55E3E5-137C-5FC5-023A-0871F8D5ABA4}"/>
              </a:ext>
            </a:extLst>
          </p:cNvPr>
          <p:cNvGrpSpPr/>
          <p:nvPr/>
        </p:nvGrpSpPr>
        <p:grpSpPr>
          <a:xfrm>
            <a:off x="7318296" y="132957"/>
            <a:ext cx="715238" cy="542941"/>
            <a:chOff x="6849182" y="629766"/>
            <a:chExt cx="715238" cy="54294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83C1324-08A1-265C-5408-8CEA7ABE544B}"/>
                </a:ext>
              </a:extLst>
            </p:cNvPr>
            <p:cNvSpPr/>
            <p:nvPr/>
          </p:nvSpPr>
          <p:spPr>
            <a:xfrm>
              <a:off x="6916958" y="629766"/>
              <a:ext cx="646557" cy="54294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B613159-6C23-9013-FF38-6E3A2D72594C}"/>
                </a:ext>
              </a:extLst>
            </p:cNvPr>
            <p:cNvSpPr txBox="1"/>
            <p:nvPr/>
          </p:nvSpPr>
          <p:spPr>
            <a:xfrm>
              <a:off x="6916053" y="689998"/>
              <a:ext cx="6483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Encoder</a:t>
              </a:r>
            </a:p>
            <a:p>
              <a:pPr algn="ctr"/>
              <a:endParaRPr lang="en-US" sz="900" b="1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A7C9078-26AB-CC0F-A1C8-7AE85E87A1E5}"/>
                </a:ext>
              </a:extLst>
            </p:cNvPr>
            <p:cNvGrpSpPr/>
            <p:nvPr/>
          </p:nvGrpSpPr>
          <p:grpSpPr>
            <a:xfrm>
              <a:off x="6849182" y="954412"/>
              <a:ext cx="688290" cy="218295"/>
              <a:chOff x="6106715" y="1554964"/>
              <a:chExt cx="688290" cy="218295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BAB9B8A-B878-E494-B0EE-B3A5A54EEE05}"/>
                  </a:ext>
                </a:extLst>
              </p:cNvPr>
              <p:cNvGrpSpPr/>
              <p:nvPr/>
            </p:nvGrpSpPr>
            <p:grpSpPr>
              <a:xfrm>
                <a:off x="6106715" y="1554964"/>
                <a:ext cx="356930" cy="218295"/>
                <a:chOff x="1547416" y="2139165"/>
                <a:chExt cx="356930" cy="218295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1E64A3-7A32-C20D-5AFE-344B521A0E4A}"/>
                    </a:ext>
                  </a:extLst>
                </p:cNvPr>
                <p:cNvSpPr txBox="1"/>
                <p:nvPr/>
              </p:nvSpPr>
              <p:spPr>
                <a:xfrm>
                  <a:off x="1547416" y="2139165"/>
                  <a:ext cx="356930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GND</a:t>
                  </a: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FA0E9003-4F17-C418-B2A4-C7017CDE7A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0642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409F248-90D4-D497-B009-11274821598D}"/>
                  </a:ext>
                </a:extLst>
              </p:cNvPr>
              <p:cNvGrpSpPr/>
              <p:nvPr/>
            </p:nvGrpSpPr>
            <p:grpSpPr>
              <a:xfrm>
                <a:off x="6329404" y="1554964"/>
                <a:ext cx="296653" cy="218295"/>
                <a:chOff x="1622028" y="2139165"/>
                <a:chExt cx="296653" cy="218295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9BFE97D-8F2E-15C4-5EB5-4F82DAF37884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96653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dirty="0"/>
                    <a:t>vin</a:t>
                  </a: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584C3A68-1C85-ACB1-4B8F-B055CE003F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9218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01E36125-D4CA-FECA-5001-4CF4F277F847}"/>
                  </a:ext>
                </a:extLst>
              </p:cNvPr>
              <p:cNvGrpSpPr/>
              <p:nvPr/>
            </p:nvGrpSpPr>
            <p:grpSpPr>
              <a:xfrm>
                <a:off x="6471130" y="1554964"/>
                <a:ext cx="275967" cy="218295"/>
                <a:chOff x="1628378" y="2139165"/>
                <a:chExt cx="275967" cy="218295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4CD48F0-7495-C4E0-1BF8-F25481C3B447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dirty="0"/>
                    <a:t>A</a:t>
                  </a:r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A6D72CFD-ACB3-50D0-DC39-BFEE9CFF49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917D9E7B-473A-7ED1-F80B-4F90E533E3E6}"/>
                  </a:ext>
                </a:extLst>
              </p:cNvPr>
              <p:cNvGrpSpPr/>
              <p:nvPr/>
            </p:nvGrpSpPr>
            <p:grpSpPr>
              <a:xfrm>
                <a:off x="6711107" y="1581034"/>
                <a:ext cx="83898" cy="192225"/>
                <a:chOff x="1720278" y="2165235"/>
                <a:chExt cx="83898" cy="192225"/>
              </a:xfrm>
            </p:grpSpPr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2F829B0-8AFF-8607-11B5-5DDCD870D7A2}"/>
                    </a:ext>
                  </a:extLst>
                </p:cNvPr>
                <p:cNvSpPr txBox="1"/>
                <p:nvPr/>
              </p:nvSpPr>
              <p:spPr>
                <a:xfrm>
                  <a:off x="1720278" y="2165235"/>
                  <a:ext cx="83898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876FF85B-E8E7-F739-32F0-8EEAFAE12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859E6D6-46B8-DB1E-BF97-A7D2EDCE2263}"/>
              </a:ext>
            </a:extLst>
          </p:cNvPr>
          <p:cNvGrpSpPr/>
          <p:nvPr/>
        </p:nvGrpSpPr>
        <p:grpSpPr>
          <a:xfrm>
            <a:off x="8122346" y="132957"/>
            <a:ext cx="648367" cy="542941"/>
            <a:chOff x="5771817" y="1432566"/>
            <a:chExt cx="648367" cy="542941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AF5C4A0-D540-167D-6E0A-12DA4775807A}"/>
                </a:ext>
              </a:extLst>
            </p:cNvPr>
            <p:cNvSpPr/>
            <p:nvPr/>
          </p:nvSpPr>
          <p:spPr>
            <a:xfrm>
              <a:off x="5772722" y="1432566"/>
              <a:ext cx="646557" cy="54294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4B1B1DE-724D-95F6-4B01-9C6D842352E2}"/>
                </a:ext>
              </a:extLst>
            </p:cNvPr>
            <p:cNvSpPr txBox="1"/>
            <p:nvPr/>
          </p:nvSpPr>
          <p:spPr>
            <a:xfrm>
              <a:off x="5771817" y="1492798"/>
              <a:ext cx="6483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Pot.</a:t>
              </a:r>
            </a:p>
            <a:p>
              <a:pPr algn="ctr"/>
              <a:endParaRPr lang="en-US" sz="900" b="1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9442F39-43E8-A7BE-D5AC-5861818EBEDC}"/>
                </a:ext>
              </a:extLst>
            </p:cNvPr>
            <p:cNvGrpSpPr/>
            <p:nvPr/>
          </p:nvGrpSpPr>
          <p:grpSpPr>
            <a:xfrm>
              <a:off x="5775809" y="1757212"/>
              <a:ext cx="640382" cy="218295"/>
              <a:chOff x="6106715" y="1554964"/>
              <a:chExt cx="640382" cy="218295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997D7BD0-A542-39A9-DB16-54B0CA93E1CB}"/>
                  </a:ext>
                </a:extLst>
              </p:cNvPr>
              <p:cNvGrpSpPr/>
              <p:nvPr/>
            </p:nvGrpSpPr>
            <p:grpSpPr>
              <a:xfrm>
                <a:off x="6106715" y="1554964"/>
                <a:ext cx="356930" cy="218295"/>
                <a:chOff x="1547416" y="2139165"/>
                <a:chExt cx="356930" cy="218295"/>
              </a:xfrm>
            </p:grpSpPr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E4CD9BC9-16D9-0B27-61FA-FAFAFDDCA979}"/>
                    </a:ext>
                  </a:extLst>
                </p:cNvPr>
                <p:cNvSpPr txBox="1"/>
                <p:nvPr/>
              </p:nvSpPr>
              <p:spPr>
                <a:xfrm>
                  <a:off x="1547416" y="2139165"/>
                  <a:ext cx="356930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GND</a:t>
                  </a:r>
                </a:p>
              </p:txBody>
            </p: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EA2A84BC-5B9A-7C8E-35AB-67EFAAEC1F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0642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23B679C-EF1F-B69E-AFBD-7550B85F343A}"/>
                  </a:ext>
                </a:extLst>
              </p:cNvPr>
              <p:cNvGrpSpPr/>
              <p:nvPr/>
            </p:nvGrpSpPr>
            <p:grpSpPr>
              <a:xfrm>
                <a:off x="6293446" y="1554964"/>
                <a:ext cx="311925" cy="218295"/>
                <a:chOff x="1586070" y="2139165"/>
                <a:chExt cx="311925" cy="218295"/>
              </a:xfrm>
            </p:grpSpPr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DF93A72-CEB0-C0D3-881B-65773337E03A}"/>
                    </a:ext>
                  </a:extLst>
                </p:cNvPr>
                <p:cNvSpPr txBox="1"/>
                <p:nvPr/>
              </p:nvSpPr>
              <p:spPr>
                <a:xfrm>
                  <a:off x="1586070" y="2139165"/>
                  <a:ext cx="311925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dirty="0"/>
                    <a:t>Vin</a:t>
                  </a:r>
                </a:p>
              </p:txBody>
            </p: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186D4EC4-FA5C-B132-0CCE-D8B62E2641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9218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926BDAFC-6375-5875-C2B5-DC8C29EEA15C}"/>
                  </a:ext>
                </a:extLst>
              </p:cNvPr>
              <p:cNvGrpSpPr/>
              <p:nvPr/>
            </p:nvGrpSpPr>
            <p:grpSpPr>
              <a:xfrm>
                <a:off x="6471130" y="1554964"/>
                <a:ext cx="275967" cy="218295"/>
                <a:chOff x="1628378" y="2139165"/>
                <a:chExt cx="275967" cy="218295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86AE7E4-9A85-0CEB-5804-8E5039BF41A2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9CCB1EB6-96DA-E597-73E8-5364C89837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1D33777-075C-1E7D-9EC6-715A765E11EC}"/>
              </a:ext>
            </a:extLst>
          </p:cNvPr>
          <p:cNvGrpSpPr/>
          <p:nvPr/>
        </p:nvGrpSpPr>
        <p:grpSpPr>
          <a:xfrm>
            <a:off x="9596704" y="132957"/>
            <a:ext cx="648367" cy="542941"/>
            <a:chOff x="4309816" y="2654400"/>
            <a:chExt cx="648367" cy="542940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764422A-1D23-7BF7-FF44-F29F6D4FE331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C1F2E3D-7C39-422A-503E-D73D2D26E1F8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Button</a:t>
              </a:r>
            </a:p>
            <a:p>
              <a:pPr algn="ctr"/>
              <a:endParaRPr lang="en-US" sz="900" b="1"/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FB45987E-E529-B537-4B65-C13C9CC5A4B5}"/>
                </a:ext>
              </a:extLst>
            </p:cNvPr>
            <p:cNvGrpSpPr/>
            <p:nvPr/>
          </p:nvGrpSpPr>
          <p:grpSpPr>
            <a:xfrm>
              <a:off x="4425499" y="2978300"/>
              <a:ext cx="410651" cy="218295"/>
              <a:chOff x="4321938" y="3373027"/>
              <a:chExt cx="410651" cy="218295"/>
            </a:xfrm>
          </p:grpSpPr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B70F4B16-B170-59A9-848E-5B0EEDBF485E}"/>
                  </a:ext>
                </a:extLst>
              </p:cNvPr>
              <p:cNvGrpSpPr/>
              <p:nvPr/>
            </p:nvGrpSpPr>
            <p:grpSpPr>
              <a:xfrm>
                <a:off x="4321938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E78A780A-76B1-FEFC-216E-7DCDBD1C2B00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0B7426B2-BEBC-605F-905C-4F3E8C512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0C844DA4-DACA-F5ED-D2CF-5B8FB8CA99A4}"/>
                  </a:ext>
                </a:extLst>
              </p:cNvPr>
              <p:cNvGrpSpPr/>
              <p:nvPr/>
            </p:nvGrpSpPr>
            <p:grpSpPr>
              <a:xfrm>
                <a:off x="4456622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9B4083B4-CF3A-4FE0-B39E-DEF807CB2256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F67538E7-EC62-EA28-575F-A4AA64387A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524B738-624F-AB76-7A64-5A82BE3CEC28}"/>
              </a:ext>
            </a:extLst>
          </p:cNvPr>
          <p:cNvGrpSpPr/>
          <p:nvPr/>
        </p:nvGrpSpPr>
        <p:grpSpPr>
          <a:xfrm>
            <a:off x="11071062" y="132957"/>
            <a:ext cx="648367" cy="542941"/>
            <a:chOff x="4309816" y="2654400"/>
            <a:chExt cx="648367" cy="542940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1F4A95CC-F2CB-F4C6-3835-611CF14480F0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E290A071-03C2-A81D-3294-7902280616E4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Switch</a:t>
              </a:r>
            </a:p>
            <a:p>
              <a:pPr algn="ctr"/>
              <a:endParaRPr lang="en-US" sz="900" b="1"/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6DDF13CA-2AF4-51C0-233E-B0F7736B1524}"/>
                </a:ext>
              </a:extLst>
            </p:cNvPr>
            <p:cNvGrpSpPr/>
            <p:nvPr/>
          </p:nvGrpSpPr>
          <p:grpSpPr>
            <a:xfrm>
              <a:off x="4425499" y="2978300"/>
              <a:ext cx="410651" cy="218295"/>
              <a:chOff x="4321938" y="3373027"/>
              <a:chExt cx="410651" cy="218295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2AF1BC64-EE44-3B90-EA6B-73A5BCD1ACFE}"/>
                  </a:ext>
                </a:extLst>
              </p:cNvPr>
              <p:cNvGrpSpPr/>
              <p:nvPr/>
            </p:nvGrpSpPr>
            <p:grpSpPr>
              <a:xfrm>
                <a:off x="4321938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51F1D715-8CA3-6352-2C1B-2F5EFC78EC9A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8A4968C7-98C4-B2D1-84B2-DDD3E8C55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32FA68E5-47F2-E79B-A029-F14DF61DCC66}"/>
                  </a:ext>
                </a:extLst>
              </p:cNvPr>
              <p:cNvGrpSpPr/>
              <p:nvPr/>
            </p:nvGrpSpPr>
            <p:grpSpPr>
              <a:xfrm>
                <a:off x="4456622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5464B169-3013-FAB6-B9B8-C544514F00B4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724B3FAA-31EE-6847-A699-5F31351B8C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CDDA903-295A-7EFF-EE49-8081E02CAC56}"/>
              </a:ext>
            </a:extLst>
          </p:cNvPr>
          <p:cNvGrpSpPr/>
          <p:nvPr/>
        </p:nvGrpSpPr>
        <p:grpSpPr>
          <a:xfrm>
            <a:off x="10333883" y="132957"/>
            <a:ext cx="648367" cy="542941"/>
            <a:chOff x="4309816" y="2654400"/>
            <a:chExt cx="648367" cy="542940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EA0FFB67-AE63-68A7-5BF0-B6D082107174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56487F0-C650-E4C1-DC77-768D2FA026FB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Button</a:t>
              </a:r>
            </a:p>
            <a:p>
              <a:pPr algn="ctr"/>
              <a:endParaRPr lang="en-US" sz="900" b="1"/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FDC4531-09EB-C001-9276-0CDE07D3D658}"/>
                </a:ext>
              </a:extLst>
            </p:cNvPr>
            <p:cNvGrpSpPr/>
            <p:nvPr/>
          </p:nvGrpSpPr>
          <p:grpSpPr>
            <a:xfrm>
              <a:off x="4425499" y="2978300"/>
              <a:ext cx="410651" cy="218295"/>
              <a:chOff x="4321938" y="3373027"/>
              <a:chExt cx="410651" cy="218295"/>
            </a:xfrm>
          </p:grpSpPr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51BC7E96-ABA0-01C9-229C-5DE947FDC4AE}"/>
                  </a:ext>
                </a:extLst>
              </p:cNvPr>
              <p:cNvGrpSpPr/>
              <p:nvPr/>
            </p:nvGrpSpPr>
            <p:grpSpPr>
              <a:xfrm>
                <a:off x="4321938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6455A295-E0E3-D3F3-4985-015BE5955C85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2304166C-9008-8C6C-3018-83D6BC0E28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89564DC2-491E-BC05-DDF1-8AFCA3D5BCF2}"/>
                  </a:ext>
                </a:extLst>
              </p:cNvPr>
              <p:cNvGrpSpPr/>
              <p:nvPr/>
            </p:nvGrpSpPr>
            <p:grpSpPr>
              <a:xfrm>
                <a:off x="4456622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5055DA9D-9479-605A-DDB7-00959E2831A3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4320F211-991D-6652-49D3-F436F4E649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28" name="Rectangle 227">
            <a:extLst>
              <a:ext uri="{FF2B5EF4-FFF2-40B4-BE49-F238E27FC236}">
                <a16:creationId xmlns:a16="http://schemas.microsoft.com/office/drawing/2014/main" id="{3F535B6C-9A21-6E0A-5B5B-BDD973C277F0}"/>
              </a:ext>
            </a:extLst>
          </p:cNvPr>
          <p:cNvSpPr/>
          <p:nvPr/>
        </p:nvSpPr>
        <p:spPr>
          <a:xfrm flipH="1">
            <a:off x="4054316" y="1390431"/>
            <a:ext cx="1627868" cy="77287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E0CDBC3-C139-F214-326E-6C1BFDCD4943}"/>
              </a:ext>
            </a:extLst>
          </p:cNvPr>
          <p:cNvSpPr txBox="1"/>
          <p:nvPr/>
        </p:nvSpPr>
        <p:spPr>
          <a:xfrm flipH="1">
            <a:off x="4216285" y="1668333"/>
            <a:ext cx="1627866" cy="52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Distribution (3.3v)</a:t>
            </a:r>
          </a:p>
        </p:txBody>
      </p:sp>
      <p:grpSp>
        <p:nvGrpSpPr>
          <p:cNvPr id="664" name="Group 663">
            <a:extLst>
              <a:ext uri="{FF2B5EF4-FFF2-40B4-BE49-F238E27FC236}">
                <a16:creationId xmlns:a16="http://schemas.microsoft.com/office/drawing/2014/main" id="{E339E916-0CD8-CB16-44EB-3D86368117F7}"/>
              </a:ext>
            </a:extLst>
          </p:cNvPr>
          <p:cNvGrpSpPr/>
          <p:nvPr/>
        </p:nvGrpSpPr>
        <p:grpSpPr>
          <a:xfrm>
            <a:off x="2082985" y="597946"/>
            <a:ext cx="1809966" cy="909862"/>
            <a:chOff x="2133864" y="172365"/>
            <a:chExt cx="1809966" cy="90986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5269255-A9C8-9C92-3DD8-F726E522245B}"/>
                </a:ext>
              </a:extLst>
            </p:cNvPr>
            <p:cNvGrpSpPr/>
            <p:nvPr/>
          </p:nvGrpSpPr>
          <p:grpSpPr>
            <a:xfrm rot="16200000">
              <a:off x="2562981" y="-184684"/>
              <a:ext cx="908052" cy="1625770"/>
              <a:chOff x="3975100" y="3562350"/>
              <a:chExt cx="908050" cy="14097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1D8D47A-4BB9-9126-97FF-4E16AF9C8D56}"/>
                  </a:ext>
                </a:extLst>
              </p:cNvPr>
              <p:cNvSpPr/>
              <p:nvPr/>
            </p:nvSpPr>
            <p:spPr>
              <a:xfrm>
                <a:off x="3975100" y="3562350"/>
                <a:ext cx="908050" cy="14097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3DD3C9-ADEC-51DF-3812-FD460395D9A1}"/>
                  </a:ext>
                </a:extLst>
              </p:cNvPr>
              <p:cNvSpPr txBox="1"/>
              <p:nvPr/>
            </p:nvSpPr>
            <p:spPr>
              <a:xfrm>
                <a:off x="4089387" y="3562362"/>
                <a:ext cx="679450" cy="320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/>
                  <a:t>Teensy 4.1</a:t>
                </a:r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6B0F06E2-88E2-4C6A-EBDC-D7C6CEF3C07A}"/>
                </a:ext>
              </a:extLst>
            </p:cNvPr>
            <p:cNvGrpSpPr/>
            <p:nvPr/>
          </p:nvGrpSpPr>
          <p:grpSpPr>
            <a:xfrm>
              <a:off x="2458551" y="859577"/>
              <a:ext cx="387127" cy="218295"/>
              <a:chOff x="3937215" y="2432087"/>
              <a:chExt cx="387127" cy="218295"/>
            </a:xfrm>
          </p:grpSpPr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E27482D7-0C4A-6D09-AE40-F651EEDBD3A8}"/>
                  </a:ext>
                </a:extLst>
              </p:cNvPr>
              <p:cNvSpPr txBox="1"/>
              <p:nvPr/>
            </p:nvSpPr>
            <p:spPr>
              <a:xfrm>
                <a:off x="3937215" y="2432087"/>
                <a:ext cx="387127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/>
                  <a:t>GND</a:t>
                </a:r>
              </a:p>
            </p:txBody>
          </p: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C3326E85-8594-A025-4F6E-7C12C7DB3D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77" y="2588178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237E6A7A-FB16-FD56-A985-B8EE56501C70}"/>
                </a:ext>
              </a:extLst>
            </p:cNvPr>
            <p:cNvGrpSpPr/>
            <p:nvPr/>
          </p:nvGrpSpPr>
          <p:grpSpPr>
            <a:xfrm>
              <a:off x="2316644" y="857797"/>
              <a:ext cx="307722" cy="220051"/>
              <a:chOff x="3975494" y="2430331"/>
              <a:chExt cx="307722" cy="220051"/>
            </a:xfrm>
          </p:grpSpPr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E62B084A-EB78-3C37-172A-F375DBE7D181}"/>
                  </a:ext>
                </a:extLst>
              </p:cNvPr>
              <p:cNvSpPr txBox="1"/>
              <p:nvPr/>
            </p:nvSpPr>
            <p:spPr>
              <a:xfrm>
                <a:off x="3975494" y="2430331"/>
                <a:ext cx="307722" cy="18466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/>
                  <a:t>Vin</a:t>
                </a:r>
              </a:p>
            </p:txBody>
          </p: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DB123A4C-5DF4-2748-E5FE-B7C580771F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77" y="2588178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8910ACD9-2D64-CDC6-F016-7B82F56FD5C7}"/>
                </a:ext>
              </a:extLst>
            </p:cNvPr>
            <p:cNvGrpSpPr/>
            <p:nvPr/>
          </p:nvGrpSpPr>
          <p:grpSpPr>
            <a:xfrm>
              <a:off x="2691826" y="857796"/>
              <a:ext cx="339627" cy="220075"/>
              <a:chOff x="3958529" y="2430307"/>
              <a:chExt cx="339627" cy="220075"/>
            </a:xfrm>
          </p:grpSpPr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ABBBAF14-6FFB-1F19-BD8D-A342FC0FBE66}"/>
                  </a:ext>
                </a:extLst>
              </p:cNvPr>
              <p:cNvSpPr txBox="1"/>
              <p:nvPr/>
            </p:nvSpPr>
            <p:spPr>
              <a:xfrm>
                <a:off x="3958529" y="2430307"/>
                <a:ext cx="339627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/>
                  <a:t>3.3V</a:t>
                </a:r>
              </a:p>
            </p:txBody>
          </p: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A3259871-B008-8DF0-2902-CA8F799A2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77" y="2588178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C893F47D-08B0-7F3F-BEC2-DBA16BE0EAB9}"/>
                </a:ext>
              </a:extLst>
            </p:cNvPr>
            <p:cNvGrpSpPr/>
            <p:nvPr/>
          </p:nvGrpSpPr>
          <p:grpSpPr>
            <a:xfrm>
              <a:off x="3079320" y="859577"/>
              <a:ext cx="387127" cy="218295"/>
              <a:chOff x="3943564" y="2432087"/>
              <a:chExt cx="387127" cy="218295"/>
            </a:xfrm>
          </p:grpSpPr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3D8F2F5C-2B6C-24DB-13FC-C3A4D748013E}"/>
                  </a:ext>
                </a:extLst>
              </p:cNvPr>
              <p:cNvSpPr txBox="1"/>
              <p:nvPr/>
            </p:nvSpPr>
            <p:spPr>
              <a:xfrm>
                <a:off x="3943564" y="2432087"/>
                <a:ext cx="387127" cy="18466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dirty="0"/>
                  <a:t>20</a:t>
                </a:r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47795F40-FF1B-915F-90D3-4671AF896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77" y="2588178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B3E5B0F8-3B30-CD05-B94B-214BE14F9AB6}"/>
                </a:ext>
              </a:extLst>
            </p:cNvPr>
            <p:cNvGrpSpPr/>
            <p:nvPr/>
          </p:nvGrpSpPr>
          <p:grpSpPr>
            <a:xfrm>
              <a:off x="3255226" y="857796"/>
              <a:ext cx="279502" cy="220069"/>
              <a:chOff x="3986878" y="2430313"/>
              <a:chExt cx="279502" cy="220069"/>
            </a:xfrm>
          </p:grpSpPr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36694FD0-FD2A-D6E3-8C98-573355790BC0}"/>
                  </a:ext>
                </a:extLst>
              </p:cNvPr>
              <p:cNvSpPr txBox="1"/>
              <p:nvPr/>
            </p:nvSpPr>
            <p:spPr>
              <a:xfrm>
                <a:off x="3986878" y="2430313"/>
                <a:ext cx="279502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dirty="0"/>
                  <a:t>21</a:t>
                </a:r>
              </a:p>
            </p:txBody>
          </p: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DD42980F-D3E1-F636-A9EC-5B92D496F9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77" y="2588178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3994DC5B-BED5-9CFC-B70D-FD123848FD14}"/>
                </a:ext>
              </a:extLst>
            </p:cNvPr>
            <p:cNvGrpSpPr/>
            <p:nvPr/>
          </p:nvGrpSpPr>
          <p:grpSpPr>
            <a:xfrm>
              <a:off x="3418170" y="856948"/>
              <a:ext cx="280988" cy="220924"/>
              <a:chOff x="3988668" y="2429458"/>
              <a:chExt cx="280988" cy="220924"/>
            </a:xfrm>
          </p:grpSpPr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3BA390B2-8822-6E7F-6BD9-D2E520019E45}"/>
                  </a:ext>
                </a:extLst>
              </p:cNvPr>
              <p:cNvSpPr txBox="1"/>
              <p:nvPr/>
            </p:nvSpPr>
            <p:spPr>
              <a:xfrm>
                <a:off x="3988668" y="2429458"/>
                <a:ext cx="280988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dirty="0"/>
                  <a:t>22</a:t>
                </a:r>
              </a:p>
            </p:txBody>
          </p: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FE9C9357-9F13-611D-76F8-AA74CAEF5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77" y="2588178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D9C7F3BB-2494-3B80-4C9C-82128BBB77E8}"/>
                </a:ext>
              </a:extLst>
            </p:cNvPr>
            <p:cNvGrpSpPr/>
            <p:nvPr/>
          </p:nvGrpSpPr>
          <p:grpSpPr>
            <a:xfrm>
              <a:off x="3540576" y="859577"/>
              <a:ext cx="387127" cy="218295"/>
              <a:chOff x="3937214" y="2432087"/>
              <a:chExt cx="387127" cy="218295"/>
            </a:xfrm>
          </p:grpSpPr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9D1002CD-8B87-032F-C9C1-098704F93129}"/>
                  </a:ext>
                </a:extLst>
              </p:cNvPr>
              <p:cNvSpPr txBox="1"/>
              <p:nvPr/>
            </p:nvSpPr>
            <p:spPr>
              <a:xfrm>
                <a:off x="3937214" y="2432087"/>
                <a:ext cx="387127" cy="18466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/>
                  <a:t>23</a:t>
                </a:r>
              </a:p>
            </p:txBody>
          </p: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4A534F3E-433D-30EB-9B04-D984F246F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77" y="2588178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4" name="Group 423">
              <a:extLst>
                <a:ext uri="{FF2B5EF4-FFF2-40B4-BE49-F238E27FC236}">
                  <a16:creationId xmlns:a16="http://schemas.microsoft.com/office/drawing/2014/main" id="{9291E98A-81BF-3E23-A71E-479CBC6D8514}"/>
                </a:ext>
              </a:extLst>
            </p:cNvPr>
            <p:cNvGrpSpPr/>
            <p:nvPr/>
          </p:nvGrpSpPr>
          <p:grpSpPr>
            <a:xfrm rot="16200000">
              <a:off x="3494520" y="490576"/>
              <a:ext cx="387128" cy="283615"/>
              <a:chOff x="3685597" y="3912951"/>
              <a:chExt cx="387127" cy="283615"/>
            </a:xfrm>
          </p:grpSpPr>
          <p:grpSp>
            <p:nvGrpSpPr>
              <p:cNvPr id="423" name="Group 422">
                <a:extLst>
                  <a:ext uri="{FF2B5EF4-FFF2-40B4-BE49-F238E27FC236}">
                    <a16:creationId xmlns:a16="http://schemas.microsoft.com/office/drawing/2014/main" id="{AE288FCF-5E1D-F63A-EB42-B25B747BB91C}"/>
                  </a:ext>
                </a:extLst>
              </p:cNvPr>
              <p:cNvGrpSpPr/>
              <p:nvPr/>
            </p:nvGrpSpPr>
            <p:grpSpPr>
              <a:xfrm>
                <a:off x="3685597" y="3912951"/>
                <a:ext cx="387127" cy="215768"/>
                <a:chOff x="3685597" y="3874852"/>
                <a:chExt cx="387127" cy="215768"/>
              </a:xfrm>
            </p:grpSpPr>
            <p:grpSp>
              <p:nvGrpSpPr>
                <p:cNvPr id="408" name="Group 407">
                  <a:extLst>
                    <a:ext uri="{FF2B5EF4-FFF2-40B4-BE49-F238E27FC236}">
                      <a16:creationId xmlns:a16="http://schemas.microsoft.com/office/drawing/2014/main" id="{9047EEF4-C737-1EFE-5DB3-925B49D8D5D6}"/>
                    </a:ext>
                  </a:extLst>
                </p:cNvPr>
                <p:cNvGrpSpPr/>
                <p:nvPr/>
              </p:nvGrpSpPr>
              <p:grpSpPr>
                <a:xfrm>
                  <a:off x="3685597" y="3874852"/>
                  <a:ext cx="387127" cy="215768"/>
                  <a:chOff x="4951528" y="4446768"/>
                  <a:chExt cx="387127" cy="215768"/>
                </a:xfrm>
              </p:grpSpPr>
              <p:sp>
                <p:nvSpPr>
                  <p:cNvPr id="400" name="TextBox 399">
                    <a:extLst>
                      <a:ext uri="{FF2B5EF4-FFF2-40B4-BE49-F238E27FC236}">
                        <a16:creationId xmlns:a16="http://schemas.microsoft.com/office/drawing/2014/main" id="{E91D233D-66C0-7817-8E55-E70E5E9E7C59}"/>
                      </a:ext>
                    </a:extLst>
                  </p:cNvPr>
                  <p:cNvSpPr txBox="1"/>
                  <p:nvPr/>
                </p:nvSpPr>
                <p:spPr>
                  <a:xfrm>
                    <a:off x="4951528" y="4446768"/>
                    <a:ext cx="387127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/>
                      <a:t>ETH</a:t>
                    </a:r>
                  </a:p>
                </p:txBody>
              </p:sp>
              <p:grpSp>
                <p:nvGrpSpPr>
                  <p:cNvPr id="407" name="Group 406">
                    <a:extLst>
                      <a:ext uri="{FF2B5EF4-FFF2-40B4-BE49-F238E27FC236}">
                        <a16:creationId xmlns:a16="http://schemas.microsoft.com/office/drawing/2014/main" id="{9FF7E223-325B-4A71-4116-A686CA0DEDBF}"/>
                      </a:ext>
                    </a:extLst>
                  </p:cNvPr>
                  <p:cNvGrpSpPr/>
                  <p:nvPr/>
                </p:nvGrpSpPr>
                <p:grpSpPr>
                  <a:xfrm>
                    <a:off x="5070388" y="4600332"/>
                    <a:ext cx="149406" cy="62204"/>
                    <a:chOff x="5067212" y="4600332"/>
                    <a:chExt cx="149406" cy="62204"/>
                  </a:xfrm>
                </p:grpSpPr>
                <p:cxnSp>
                  <p:nvCxnSpPr>
                    <p:cNvPr id="401" name="Straight Connector 400">
                      <a:extLst>
                        <a:ext uri="{FF2B5EF4-FFF2-40B4-BE49-F238E27FC236}">
                          <a16:creationId xmlns:a16="http://schemas.microsoft.com/office/drawing/2014/main" id="{AEB6FB60-9D51-DCC9-F457-0E00590DC8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156855" y="4600332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2" name="Straight Connector 401">
                      <a:extLst>
                        <a:ext uri="{FF2B5EF4-FFF2-40B4-BE49-F238E27FC236}">
                          <a16:creationId xmlns:a16="http://schemas.microsoft.com/office/drawing/2014/main" id="{1A22E339-2372-E451-4A44-CA224AE919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126974" y="4600332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3" name="Straight Connector 402">
                      <a:extLst>
                        <a:ext uri="{FF2B5EF4-FFF2-40B4-BE49-F238E27FC236}">
                          <a16:creationId xmlns:a16="http://schemas.microsoft.com/office/drawing/2014/main" id="{4711C038-5D6E-6A94-826E-8CE02E2800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97093" y="4600332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4" name="Straight Connector 403">
                      <a:extLst>
                        <a:ext uri="{FF2B5EF4-FFF2-40B4-BE49-F238E27FC236}">
                          <a16:creationId xmlns:a16="http://schemas.microsoft.com/office/drawing/2014/main" id="{6C68A021-884C-120F-F433-76679FCD6D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212" y="4600332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5" name="Straight Connector 404">
                      <a:extLst>
                        <a:ext uri="{FF2B5EF4-FFF2-40B4-BE49-F238E27FC236}">
                          <a16:creationId xmlns:a16="http://schemas.microsoft.com/office/drawing/2014/main" id="{D3E9234E-118C-6C92-4BD8-29B0B6B921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186736" y="4600332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6" name="Straight Connector 405">
                      <a:extLst>
                        <a:ext uri="{FF2B5EF4-FFF2-40B4-BE49-F238E27FC236}">
                          <a16:creationId xmlns:a16="http://schemas.microsoft.com/office/drawing/2014/main" id="{6CA3542F-F8CD-6E12-D2A2-DD7BE7BC24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216618" y="4600332"/>
                      <a:ext cx="0" cy="6220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CBF23BEC-23B0-F7FF-1DD7-5F52FB6627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4457" y="4085490"/>
                  <a:ext cx="14940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79B184B3-6EFD-067D-7B8B-2F7FDEE57A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9160" y="4124325"/>
                <a:ext cx="0" cy="7224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65" name="TextBox 1564">
              <a:extLst>
                <a:ext uri="{FF2B5EF4-FFF2-40B4-BE49-F238E27FC236}">
                  <a16:creationId xmlns:a16="http://schemas.microsoft.com/office/drawing/2014/main" id="{914A4BF1-C9B5-5562-6525-9EB76BC584D5}"/>
                </a:ext>
              </a:extLst>
            </p:cNvPr>
            <p:cNvSpPr txBox="1"/>
            <p:nvPr/>
          </p:nvSpPr>
          <p:spPr>
            <a:xfrm>
              <a:off x="2884221" y="860901"/>
              <a:ext cx="352920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/>
                <a:t>GND</a:t>
              </a:r>
            </a:p>
          </p:txBody>
        </p:sp>
        <p:cxnSp>
          <p:nvCxnSpPr>
            <p:cNvPr id="1566" name="Straight Connector 1565">
              <a:extLst>
                <a:ext uri="{FF2B5EF4-FFF2-40B4-BE49-F238E27FC236}">
                  <a16:creationId xmlns:a16="http://schemas.microsoft.com/office/drawing/2014/main" id="{58D67A39-146B-FB5D-5DA7-912A86B80963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67" y="1013887"/>
              <a:ext cx="0" cy="622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31BA8FD7-D115-A53B-432F-E546C23526B7}"/>
                </a:ext>
              </a:extLst>
            </p:cNvPr>
            <p:cNvGrpSpPr/>
            <p:nvPr/>
          </p:nvGrpSpPr>
          <p:grpSpPr>
            <a:xfrm>
              <a:off x="2133864" y="172365"/>
              <a:ext cx="1809966" cy="210990"/>
              <a:chOff x="-371300" y="592502"/>
              <a:chExt cx="1809966" cy="210990"/>
            </a:xfrm>
          </p:grpSpPr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29C37AFD-6E90-1FF8-AF70-B039C39E7EFA}"/>
                  </a:ext>
                </a:extLst>
              </p:cNvPr>
              <p:cNvGrpSpPr/>
              <p:nvPr/>
            </p:nvGrpSpPr>
            <p:grpSpPr>
              <a:xfrm>
                <a:off x="-218773" y="595982"/>
                <a:ext cx="1657439" cy="207510"/>
                <a:chOff x="-218773" y="595982"/>
                <a:chExt cx="1657439" cy="207510"/>
              </a:xfrm>
            </p:grpSpPr>
            <p:grpSp>
              <p:nvGrpSpPr>
                <p:cNvPr id="369" name="Group 368">
                  <a:extLst>
                    <a:ext uri="{FF2B5EF4-FFF2-40B4-BE49-F238E27FC236}">
                      <a16:creationId xmlns:a16="http://schemas.microsoft.com/office/drawing/2014/main" id="{8DC311A0-16B3-CEBE-534E-F0C2EA610147}"/>
                    </a:ext>
                  </a:extLst>
                </p:cNvPr>
                <p:cNvGrpSpPr/>
                <p:nvPr/>
              </p:nvGrpSpPr>
              <p:grpSpPr>
                <a:xfrm rot="10800000">
                  <a:off x="1120117" y="603449"/>
                  <a:ext cx="318549" cy="192575"/>
                  <a:chOff x="3962878" y="2457807"/>
                  <a:chExt cx="318549" cy="192575"/>
                </a:xfrm>
              </p:grpSpPr>
              <p:sp>
                <p:nvSpPr>
                  <p:cNvPr id="370" name="TextBox 369">
                    <a:extLst>
                      <a:ext uri="{FF2B5EF4-FFF2-40B4-BE49-F238E27FC236}">
                        <a16:creationId xmlns:a16="http://schemas.microsoft.com/office/drawing/2014/main" id="{FB4863FE-6AE7-59CC-307C-C4EE61F96B54}"/>
                      </a:ext>
                    </a:extLst>
                  </p:cNvPr>
                  <p:cNvSpPr txBox="1"/>
                  <p:nvPr/>
                </p:nvSpPr>
                <p:spPr>
                  <a:xfrm>
                    <a:off x="3962878" y="2457807"/>
                    <a:ext cx="318549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11</a:t>
                    </a:r>
                  </a:p>
                </p:txBody>
              </p:sp>
              <p:cxnSp>
                <p:nvCxnSpPr>
                  <p:cNvPr id="371" name="Straight Connector 370">
                    <a:extLst>
                      <a:ext uri="{FF2B5EF4-FFF2-40B4-BE49-F238E27FC236}">
                        <a16:creationId xmlns:a16="http://schemas.microsoft.com/office/drawing/2014/main" id="{4ECF27FD-03DE-3C53-EA0F-9DB80A607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0777" y="2588178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02889751-0CF0-2B79-6DEF-F2E9EC417CC7}"/>
                    </a:ext>
                  </a:extLst>
                </p:cNvPr>
                <p:cNvGrpSpPr/>
                <p:nvPr/>
              </p:nvGrpSpPr>
              <p:grpSpPr>
                <a:xfrm rot="10800000">
                  <a:off x="944362" y="599705"/>
                  <a:ext cx="273333" cy="200064"/>
                  <a:chOff x="3994111" y="2450318"/>
                  <a:chExt cx="273333" cy="200064"/>
                </a:xfrm>
              </p:grpSpPr>
              <p:sp>
                <p:nvSpPr>
                  <p:cNvPr id="373" name="TextBox 372">
                    <a:extLst>
                      <a:ext uri="{FF2B5EF4-FFF2-40B4-BE49-F238E27FC236}">
                        <a16:creationId xmlns:a16="http://schemas.microsoft.com/office/drawing/2014/main" id="{DBB6EA2F-A7F5-3507-15BE-6A5EA5E27051}"/>
                      </a:ext>
                    </a:extLst>
                  </p:cNvPr>
                  <p:cNvSpPr txBox="1"/>
                  <p:nvPr/>
                </p:nvSpPr>
                <p:spPr>
                  <a:xfrm>
                    <a:off x="3994111" y="2450318"/>
                    <a:ext cx="273333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12</a:t>
                    </a:r>
                  </a:p>
                </p:txBody>
              </p: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6A335386-78AB-7534-FD3D-08DD358CD8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0777" y="2588178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5" name="Group 374">
                  <a:extLst>
                    <a:ext uri="{FF2B5EF4-FFF2-40B4-BE49-F238E27FC236}">
                      <a16:creationId xmlns:a16="http://schemas.microsoft.com/office/drawing/2014/main" id="{69EF7B33-11FF-1B51-9A36-A0FF9E39527F}"/>
                    </a:ext>
                  </a:extLst>
                </p:cNvPr>
                <p:cNvGrpSpPr/>
                <p:nvPr/>
              </p:nvGrpSpPr>
              <p:grpSpPr>
                <a:xfrm rot="10800000">
                  <a:off x="551378" y="603450"/>
                  <a:ext cx="289821" cy="192574"/>
                  <a:chOff x="3980631" y="2457808"/>
                  <a:chExt cx="289821" cy="192574"/>
                </a:xfrm>
              </p:grpSpPr>
              <p:sp>
                <p:nvSpPr>
                  <p:cNvPr id="376" name="TextBox 375">
                    <a:extLst>
                      <a:ext uri="{FF2B5EF4-FFF2-40B4-BE49-F238E27FC236}">
                        <a16:creationId xmlns:a16="http://schemas.microsoft.com/office/drawing/2014/main" id="{63259205-C629-7FE0-A946-8C6561582734}"/>
                      </a:ext>
                    </a:extLst>
                  </p:cNvPr>
                  <p:cNvSpPr txBox="1"/>
                  <p:nvPr/>
                </p:nvSpPr>
                <p:spPr>
                  <a:xfrm>
                    <a:off x="3980631" y="2457808"/>
                    <a:ext cx="289821" cy="18466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14</a:t>
                    </a:r>
                  </a:p>
                </p:txBody>
              </p: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C3084FF7-EA4E-F5DA-92CD-EC2E3B60C0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0777" y="2588178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C7A4F9F9-B9DC-049A-6DE3-84759E58825A}"/>
                    </a:ext>
                  </a:extLst>
                </p:cNvPr>
                <p:cNvGrpSpPr/>
                <p:nvPr/>
              </p:nvGrpSpPr>
              <p:grpSpPr>
                <a:xfrm rot="10800000">
                  <a:off x="743621" y="605669"/>
                  <a:ext cx="298319" cy="188136"/>
                  <a:chOff x="3978423" y="2462246"/>
                  <a:chExt cx="298319" cy="188136"/>
                </a:xfrm>
              </p:grpSpPr>
              <p:sp>
                <p:nvSpPr>
                  <p:cNvPr id="379" name="TextBox 378">
                    <a:extLst>
                      <a:ext uri="{FF2B5EF4-FFF2-40B4-BE49-F238E27FC236}">
                        <a16:creationId xmlns:a16="http://schemas.microsoft.com/office/drawing/2014/main" id="{6720C87C-B933-2CC2-90F5-9A19BF57BDED}"/>
                      </a:ext>
                    </a:extLst>
                  </p:cNvPr>
                  <p:cNvSpPr txBox="1"/>
                  <p:nvPr/>
                </p:nvSpPr>
                <p:spPr>
                  <a:xfrm>
                    <a:off x="3978423" y="2462246"/>
                    <a:ext cx="298319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13</a:t>
                    </a:r>
                  </a:p>
                </p:txBody>
              </p: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C9E47C69-D677-659A-B913-BB43B525B7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0777" y="2588178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1" name="Group 380">
                  <a:extLst>
                    <a:ext uri="{FF2B5EF4-FFF2-40B4-BE49-F238E27FC236}">
                      <a16:creationId xmlns:a16="http://schemas.microsoft.com/office/drawing/2014/main" id="{F0E97141-E0D7-D2FD-4072-EC6FCDE44237}"/>
                    </a:ext>
                  </a:extLst>
                </p:cNvPr>
                <p:cNvGrpSpPr/>
                <p:nvPr/>
              </p:nvGrpSpPr>
              <p:grpSpPr>
                <a:xfrm rot="10800000">
                  <a:off x="369599" y="595982"/>
                  <a:ext cx="279357" cy="207510"/>
                  <a:chOff x="3986174" y="2442872"/>
                  <a:chExt cx="279357" cy="207510"/>
                </a:xfrm>
              </p:grpSpPr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id="{346BE1FB-5E20-A6CD-FF64-919A983BD0E2}"/>
                      </a:ext>
                    </a:extLst>
                  </p:cNvPr>
                  <p:cNvSpPr txBox="1"/>
                  <p:nvPr/>
                </p:nvSpPr>
                <p:spPr>
                  <a:xfrm>
                    <a:off x="3986174" y="2442872"/>
                    <a:ext cx="279357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15</a:t>
                    </a:r>
                  </a:p>
                </p:txBody>
              </p: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197EB7DC-9C35-32D1-1ABA-4ABC69BBD3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0777" y="2588178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4" name="Group 383">
                  <a:extLst>
                    <a:ext uri="{FF2B5EF4-FFF2-40B4-BE49-F238E27FC236}">
                      <a16:creationId xmlns:a16="http://schemas.microsoft.com/office/drawing/2014/main" id="{39858DEC-CA6D-118E-C6DF-0EA811D0A317}"/>
                    </a:ext>
                  </a:extLst>
                </p:cNvPr>
                <p:cNvGrpSpPr/>
                <p:nvPr/>
              </p:nvGrpSpPr>
              <p:grpSpPr>
                <a:xfrm rot="10800000">
                  <a:off x="162973" y="603092"/>
                  <a:ext cx="304204" cy="193290"/>
                  <a:chOff x="3966060" y="2457092"/>
                  <a:chExt cx="304204" cy="193290"/>
                </a:xfrm>
              </p:grpSpPr>
              <p:sp>
                <p:nvSpPr>
                  <p:cNvPr id="385" name="TextBox 384">
                    <a:extLst>
                      <a:ext uri="{FF2B5EF4-FFF2-40B4-BE49-F238E27FC236}">
                        <a16:creationId xmlns:a16="http://schemas.microsoft.com/office/drawing/2014/main" id="{EC238DD0-C831-387D-1955-C34548564E84}"/>
                      </a:ext>
                    </a:extLst>
                  </p:cNvPr>
                  <p:cNvSpPr txBox="1"/>
                  <p:nvPr/>
                </p:nvSpPr>
                <p:spPr>
                  <a:xfrm>
                    <a:off x="3966060" y="2457092"/>
                    <a:ext cx="304204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16</a:t>
                    </a:r>
                  </a:p>
                </p:txBody>
              </p: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75A7CD5A-4923-5DC9-256F-23DC1EE5B0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0777" y="2588178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44" name="Group 443">
                  <a:extLst>
                    <a:ext uri="{FF2B5EF4-FFF2-40B4-BE49-F238E27FC236}">
                      <a16:creationId xmlns:a16="http://schemas.microsoft.com/office/drawing/2014/main" id="{0986394D-004A-B7C2-CA0E-C34B63DB0C2C}"/>
                    </a:ext>
                  </a:extLst>
                </p:cNvPr>
                <p:cNvGrpSpPr/>
                <p:nvPr/>
              </p:nvGrpSpPr>
              <p:grpSpPr>
                <a:xfrm>
                  <a:off x="-30903" y="603106"/>
                  <a:ext cx="291454" cy="193262"/>
                  <a:chOff x="3603769" y="515786"/>
                  <a:chExt cx="291454" cy="193262"/>
                </a:xfrm>
              </p:grpSpPr>
              <p:sp>
                <p:nvSpPr>
                  <p:cNvPr id="442" name="TextBox 441">
                    <a:extLst>
                      <a:ext uri="{FF2B5EF4-FFF2-40B4-BE49-F238E27FC236}">
                        <a16:creationId xmlns:a16="http://schemas.microsoft.com/office/drawing/2014/main" id="{DD720FF3-CB88-AB82-4484-D4C3222C4F1F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603769" y="524382"/>
                    <a:ext cx="291454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17</a:t>
                    </a:r>
                  </a:p>
                </p:txBody>
              </p:sp>
              <p:cxnSp>
                <p:nvCxnSpPr>
                  <p:cNvPr id="443" name="Straight Connector 442">
                    <a:extLst>
                      <a:ext uri="{FF2B5EF4-FFF2-40B4-BE49-F238E27FC236}">
                        <a16:creationId xmlns:a16="http://schemas.microsoft.com/office/drawing/2014/main" id="{4C6FEB08-5F86-20D5-D26C-733DA5DACA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746330" y="515786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45" name="Group 444">
                  <a:extLst>
                    <a:ext uri="{FF2B5EF4-FFF2-40B4-BE49-F238E27FC236}">
                      <a16:creationId xmlns:a16="http://schemas.microsoft.com/office/drawing/2014/main" id="{041036DB-ABD7-0779-F162-A542A43D23DF}"/>
                    </a:ext>
                  </a:extLst>
                </p:cNvPr>
                <p:cNvGrpSpPr/>
                <p:nvPr/>
              </p:nvGrpSpPr>
              <p:grpSpPr>
                <a:xfrm>
                  <a:off x="-218773" y="602998"/>
                  <a:ext cx="285448" cy="193479"/>
                  <a:chOff x="3602846" y="515786"/>
                  <a:chExt cx="285448" cy="193479"/>
                </a:xfrm>
              </p:grpSpPr>
              <p:sp>
                <p:nvSpPr>
                  <p:cNvPr id="446" name="TextBox 445">
                    <a:extLst>
                      <a:ext uri="{FF2B5EF4-FFF2-40B4-BE49-F238E27FC236}">
                        <a16:creationId xmlns:a16="http://schemas.microsoft.com/office/drawing/2014/main" id="{516568D1-9A0D-525F-40BE-FDCBEA6AC028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3602846" y="524599"/>
                    <a:ext cx="285448" cy="184666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600" dirty="0"/>
                      <a:t>18</a:t>
                    </a:r>
                  </a:p>
                </p:txBody>
              </p:sp>
              <p:cxnSp>
                <p:nvCxnSpPr>
                  <p:cNvPr id="447" name="Straight Connector 446">
                    <a:extLst>
                      <a:ext uri="{FF2B5EF4-FFF2-40B4-BE49-F238E27FC236}">
                        <a16:creationId xmlns:a16="http://schemas.microsoft.com/office/drawing/2014/main" id="{0DF4A6D3-C948-3777-718A-A04F214A58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746330" y="515786"/>
                    <a:ext cx="0" cy="6220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8DA78115-BC73-A3AE-175F-6CA9DB924041}"/>
                  </a:ext>
                </a:extLst>
              </p:cNvPr>
              <p:cNvGrpSpPr/>
              <p:nvPr/>
            </p:nvGrpSpPr>
            <p:grpSpPr>
              <a:xfrm>
                <a:off x="-371300" y="592502"/>
                <a:ext cx="294026" cy="199469"/>
                <a:chOff x="3607920" y="515786"/>
                <a:chExt cx="294026" cy="199469"/>
              </a:xfrm>
            </p:grpSpPr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06927ABB-FE72-17B4-171B-CEECE742A2A7}"/>
                    </a:ext>
                  </a:extLst>
                </p:cNvPr>
                <p:cNvSpPr txBox="1"/>
                <p:nvPr/>
              </p:nvSpPr>
              <p:spPr>
                <a:xfrm rot="10800000">
                  <a:off x="3607920" y="530589"/>
                  <a:ext cx="294026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dirty="0"/>
                    <a:t>19</a:t>
                  </a: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2E781C4F-FBB3-3819-316D-9DB4B4D807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746330" y="51578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6D711F2-0764-9C80-983A-6F97FB4BC27D}"/>
              </a:ext>
            </a:extLst>
          </p:cNvPr>
          <p:cNvSpPr txBox="1"/>
          <p:nvPr/>
        </p:nvSpPr>
        <p:spPr>
          <a:xfrm>
            <a:off x="1378834" y="5438835"/>
            <a:ext cx="1283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 AWG</a:t>
            </a:r>
          </a:p>
          <a:p>
            <a:r>
              <a:rPr lang="en-US"/>
              <a:t>175A fuse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7333FD-509A-E822-85E6-0D3CE095B1E3}"/>
              </a:ext>
            </a:extLst>
          </p:cNvPr>
          <p:cNvSpPr txBox="1"/>
          <p:nvPr/>
        </p:nvSpPr>
        <p:spPr>
          <a:xfrm>
            <a:off x="2606906" y="3639634"/>
            <a:ext cx="1283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10 AWG</a:t>
            </a:r>
          </a:p>
          <a:p>
            <a:r>
              <a:rPr lang="en-US" sz="1400"/>
              <a:t>60A fuse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653757-0A52-A668-333B-6EF3D707ECAB}"/>
              </a:ext>
            </a:extLst>
          </p:cNvPr>
          <p:cNvSpPr txBox="1"/>
          <p:nvPr/>
        </p:nvSpPr>
        <p:spPr>
          <a:xfrm>
            <a:off x="621650" y="3465957"/>
            <a:ext cx="912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10 AWG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F17881-92B4-920C-D3F9-088C11B6DFFE}"/>
              </a:ext>
            </a:extLst>
          </p:cNvPr>
          <p:cNvSpPr txBox="1"/>
          <p:nvPr/>
        </p:nvSpPr>
        <p:spPr>
          <a:xfrm>
            <a:off x="1551109" y="2807430"/>
            <a:ext cx="995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14 AWG</a:t>
            </a:r>
          </a:p>
          <a:p>
            <a:r>
              <a:rPr lang="en-US" sz="1400" dirty="0"/>
              <a:t>20A fuse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9F856995-DCD8-B83E-2696-77B72033151B}"/>
              </a:ext>
            </a:extLst>
          </p:cNvPr>
          <p:cNvSpPr txBox="1"/>
          <p:nvPr/>
        </p:nvSpPr>
        <p:spPr>
          <a:xfrm>
            <a:off x="6832688" y="2033786"/>
            <a:ext cx="995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22 AWG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567CF68-AA41-F77A-F3B0-9451940C4F16}"/>
              </a:ext>
            </a:extLst>
          </p:cNvPr>
          <p:cNvGrpSpPr/>
          <p:nvPr/>
        </p:nvGrpSpPr>
        <p:grpSpPr>
          <a:xfrm>
            <a:off x="9470474" y="2657436"/>
            <a:ext cx="648367" cy="542941"/>
            <a:chOff x="4309816" y="2654400"/>
            <a:chExt cx="648367" cy="54294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6B56875-4E63-9EB8-CF3D-2D2F6349EA09}"/>
                </a:ext>
              </a:extLst>
            </p:cNvPr>
            <p:cNvSpPr/>
            <p:nvPr/>
          </p:nvSpPr>
          <p:spPr>
            <a:xfrm>
              <a:off x="4331094" y="2654400"/>
              <a:ext cx="605811" cy="54294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BCDA73-7D10-D2E6-A75A-F5BBEB3FDA3F}"/>
                </a:ext>
              </a:extLst>
            </p:cNvPr>
            <p:cNvSpPr txBox="1"/>
            <p:nvPr/>
          </p:nvSpPr>
          <p:spPr>
            <a:xfrm>
              <a:off x="4309816" y="2710843"/>
              <a:ext cx="6483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/>
                <a:t>STS3215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D1FD0EA-A74F-EC57-7BF2-3C429B49EA95}"/>
                </a:ext>
              </a:extLst>
            </p:cNvPr>
            <p:cNvGrpSpPr/>
            <p:nvPr/>
          </p:nvGrpSpPr>
          <p:grpSpPr>
            <a:xfrm>
              <a:off x="4419149" y="2978300"/>
              <a:ext cx="423351" cy="218295"/>
              <a:chOff x="4315588" y="3373027"/>
              <a:chExt cx="423351" cy="21829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37E5561-D13A-645A-C702-DBF6FDC6A972}"/>
                  </a:ext>
                </a:extLst>
              </p:cNvPr>
              <p:cNvGrpSpPr/>
              <p:nvPr/>
            </p:nvGrpSpPr>
            <p:grpSpPr>
              <a:xfrm>
                <a:off x="4315588" y="3373027"/>
                <a:ext cx="275967" cy="218295"/>
                <a:chOff x="1622028" y="2139165"/>
                <a:chExt cx="275967" cy="218295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A0D5254-6E92-C8D1-4531-B5D96B934A47}"/>
                    </a:ext>
                  </a:extLst>
                </p:cNvPr>
                <p:cNvSpPr txBox="1"/>
                <p:nvPr/>
              </p:nvSpPr>
              <p:spPr>
                <a:xfrm>
                  <a:off x="162202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A</a:t>
                  </a: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D27E139-6A99-6128-8019-369FA92C43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E8B6AF8-D9E2-18AD-78C4-A718B919E860}"/>
                  </a:ext>
                </a:extLst>
              </p:cNvPr>
              <p:cNvGrpSpPr/>
              <p:nvPr/>
            </p:nvGrpSpPr>
            <p:grpSpPr>
              <a:xfrm>
                <a:off x="4462972" y="3373027"/>
                <a:ext cx="275967" cy="218295"/>
                <a:chOff x="1628378" y="2139165"/>
                <a:chExt cx="275967" cy="218295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5DA1FCC-B3DE-D9E6-B817-58846B73192A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/>
                    <a:t>B</a:t>
                  </a: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FB5C2367-A55D-50BC-F75D-2CBF5FBCA1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587C3626-2FA9-251D-CC13-697B4927CB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02505" y="2873963"/>
            <a:ext cx="12700" cy="632268"/>
          </a:xfrm>
          <a:prstGeom prst="bentConnector3">
            <a:avLst>
              <a:gd name="adj1" fmla="val 1800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87C31482-4AE9-7F8D-604E-C11E8B2CE887}"/>
              </a:ext>
            </a:extLst>
          </p:cNvPr>
          <p:cNvCxnSpPr>
            <a:cxnSpLocks/>
            <a:stCxn id="689" idx="2"/>
            <a:endCxn id="364" idx="2"/>
          </p:cNvCxnSpPr>
          <p:nvPr/>
        </p:nvCxnSpPr>
        <p:spPr>
          <a:xfrm>
            <a:off x="802664" y="1344077"/>
            <a:ext cx="1616962" cy="123966"/>
          </a:xfrm>
          <a:prstGeom prst="bentConnector4">
            <a:avLst>
              <a:gd name="adj1" fmla="val 25492"/>
              <a:gd name="adj2" fmla="val 187080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12EB8A48-CEC5-AEA1-1BBE-C67CD57F7729}"/>
              </a:ext>
            </a:extLst>
          </p:cNvPr>
          <p:cNvCxnSpPr>
            <a:cxnSpLocks/>
            <a:stCxn id="692" idx="2"/>
            <a:endCxn id="360" idx="2"/>
          </p:cNvCxnSpPr>
          <p:nvPr/>
        </p:nvCxnSpPr>
        <p:spPr>
          <a:xfrm>
            <a:off x="802664" y="1178934"/>
            <a:ext cx="1798572" cy="290890"/>
          </a:xfrm>
          <a:prstGeom prst="bentConnector4">
            <a:avLst>
              <a:gd name="adj1" fmla="val 26157"/>
              <a:gd name="adj2" fmla="val 163305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A88EBB25-7609-7053-0B9E-A4ABA3022CA6}"/>
              </a:ext>
            </a:extLst>
          </p:cNvPr>
          <p:cNvGrpSpPr/>
          <p:nvPr/>
        </p:nvGrpSpPr>
        <p:grpSpPr>
          <a:xfrm>
            <a:off x="4153883" y="1892152"/>
            <a:ext cx="1428730" cy="262873"/>
            <a:chOff x="4049797" y="2257268"/>
            <a:chExt cx="1428730" cy="262873"/>
          </a:xfrm>
        </p:grpSpPr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125733DD-3FE1-A7B1-CB8F-94F05CD590A2}"/>
                </a:ext>
              </a:extLst>
            </p:cNvPr>
            <p:cNvGrpSpPr/>
            <p:nvPr/>
          </p:nvGrpSpPr>
          <p:grpSpPr>
            <a:xfrm flipH="1">
              <a:off x="4736441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213B70D0-1403-366B-8570-0F725769C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B84C6B7-1580-32AA-5934-66A79A618FAF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9E75B2EA-280D-292B-6067-C072B7905418}"/>
                </a:ext>
              </a:extLst>
            </p:cNvPr>
            <p:cNvGrpSpPr/>
            <p:nvPr/>
          </p:nvGrpSpPr>
          <p:grpSpPr>
            <a:xfrm flipH="1">
              <a:off x="4638349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73DC0B77-A28E-1ADA-5108-E1FE4A1B6B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19035D2A-5E35-8B4B-BA99-D19FD462305D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A6E84121-5B5A-D985-77AB-AA51824E7EFD}"/>
                </a:ext>
              </a:extLst>
            </p:cNvPr>
            <p:cNvGrpSpPr/>
            <p:nvPr/>
          </p:nvGrpSpPr>
          <p:grpSpPr>
            <a:xfrm flipH="1">
              <a:off x="454025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AFB06DB6-15F8-2E71-0D47-80F13C28BA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4F7848B6-112D-26B9-E22A-661FF3E63C6B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8F198BA6-AADB-3CAD-9FA4-40ABCBC5CCC8}"/>
                </a:ext>
              </a:extLst>
            </p:cNvPr>
            <p:cNvGrpSpPr/>
            <p:nvPr/>
          </p:nvGrpSpPr>
          <p:grpSpPr>
            <a:xfrm flipH="1">
              <a:off x="4442165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76842AAA-F3E1-ABAD-41F5-F4D6C93DF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17AE75E3-CCA8-A2EF-8187-122A4A827C05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E9D37AA0-D47C-AE6D-FCFA-DB11A25501F9}"/>
                </a:ext>
              </a:extLst>
            </p:cNvPr>
            <p:cNvGrpSpPr/>
            <p:nvPr/>
          </p:nvGrpSpPr>
          <p:grpSpPr>
            <a:xfrm flipH="1">
              <a:off x="4344073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DBD1DD27-630B-AC3E-2D06-EA335A95A5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1AA599B0-CBB4-C466-2EE8-92FC66E92845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 dirty="0"/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06BCB98-A4EB-AD7B-B0BD-462FA3CD0BDD}"/>
                </a:ext>
              </a:extLst>
            </p:cNvPr>
            <p:cNvGrpSpPr/>
            <p:nvPr/>
          </p:nvGrpSpPr>
          <p:grpSpPr>
            <a:xfrm flipH="1">
              <a:off x="4245981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DD8DF30E-F1AA-97AF-DE9E-FB5B985B9D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7B9F57B5-2D63-3EA6-1A9E-44306D63DD9F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637187CA-C2BC-6C6F-082A-F9E17D627982}"/>
                </a:ext>
              </a:extLst>
            </p:cNvPr>
            <p:cNvGrpSpPr/>
            <p:nvPr/>
          </p:nvGrpSpPr>
          <p:grpSpPr>
            <a:xfrm flipH="1">
              <a:off x="4147889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22C1BBB5-DA40-E928-A033-AB9C4ACA1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5F440B1C-838A-B6EC-89CD-3C5B1B95F81A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 dirty="0"/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A22AC0CB-0E44-C6C7-B006-DA522FEED55C}"/>
                </a:ext>
              </a:extLst>
            </p:cNvPr>
            <p:cNvGrpSpPr/>
            <p:nvPr/>
          </p:nvGrpSpPr>
          <p:grpSpPr>
            <a:xfrm flipH="1">
              <a:off x="404979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C983EF48-4320-2B3A-8FC9-02B2ACD7B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9ED2F55-8882-8A43-BEB2-172683D532A8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 dirty="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80171322-C36E-1560-EBF2-21805B9180E3}"/>
                </a:ext>
              </a:extLst>
            </p:cNvPr>
            <p:cNvGrpSpPr/>
            <p:nvPr/>
          </p:nvGrpSpPr>
          <p:grpSpPr>
            <a:xfrm flipH="1">
              <a:off x="4932625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9B533865-2F56-79DB-E9CA-376AF2F6B1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DD850340-3EE5-80BD-F5E8-1D12D30CAFCD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39DDC14D-F952-845A-2E41-42881EFBF088}"/>
                </a:ext>
              </a:extLst>
            </p:cNvPr>
            <p:cNvGrpSpPr/>
            <p:nvPr/>
          </p:nvGrpSpPr>
          <p:grpSpPr>
            <a:xfrm flipH="1">
              <a:off x="4834533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ADA98246-4780-0857-AAC6-15B2D71150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E76F7045-313A-2281-744B-8DB83B5D519A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88AE6D62-3756-93AE-7ECA-5CD92F4DFFEF}"/>
                </a:ext>
              </a:extLst>
            </p:cNvPr>
            <p:cNvGrpSpPr/>
            <p:nvPr/>
          </p:nvGrpSpPr>
          <p:grpSpPr>
            <a:xfrm flipH="1">
              <a:off x="5128809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9D52AE67-AE42-B089-0715-CC034A1A48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1D83C986-D6FD-EA08-B55B-EA67550E7F0C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C6C9807B-024F-93F6-188F-3E091E373DD5}"/>
                </a:ext>
              </a:extLst>
            </p:cNvPr>
            <p:cNvGrpSpPr/>
            <p:nvPr/>
          </p:nvGrpSpPr>
          <p:grpSpPr>
            <a:xfrm flipH="1">
              <a:off x="503071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0787878F-9A87-0C2F-3B9E-E35EA61AF2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1DA8F03D-0AFC-70B2-61AC-1AFF26DD1D9A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AF59AF04-88D3-7EF0-AFD0-B199673DB904}"/>
                </a:ext>
              </a:extLst>
            </p:cNvPr>
            <p:cNvGrpSpPr/>
            <p:nvPr/>
          </p:nvGrpSpPr>
          <p:grpSpPr>
            <a:xfrm flipH="1">
              <a:off x="532498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DCCA0D7C-E895-C94E-B6DE-0B0A49E3E4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D37B20FD-7BC2-8CDF-8FB2-8405A7D046C3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1421E6E0-85A7-629A-2530-138AD95443F5}"/>
                </a:ext>
              </a:extLst>
            </p:cNvPr>
            <p:cNvGrpSpPr/>
            <p:nvPr/>
          </p:nvGrpSpPr>
          <p:grpSpPr>
            <a:xfrm flipH="1">
              <a:off x="5226901" y="2257268"/>
              <a:ext cx="153540" cy="262873"/>
              <a:chOff x="1771944" y="3549735"/>
              <a:chExt cx="114005" cy="184666"/>
            </a:xfrm>
          </p:grpSpPr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12DF3C13-5D32-D455-DF8F-09529589A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9BD1FCDF-3655-F233-8BA4-A76D34609AE3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</p:grpSp>
      <p:cxnSp>
        <p:nvCxnSpPr>
          <p:cNvPr id="315" name="Connector: Elbow 314">
            <a:extLst>
              <a:ext uri="{FF2B5EF4-FFF2-40B4-BE49-F238E27FC236}">
                <a16:creationId xmlns:a16="http://schemas.microsoft.com/office/drawing/2014/main" id="{30E4AAA1-D634-1555-F349-BFBE7EA57BD8}"/>
              </a:ext>
            </a:extLst>
          </p:cNvPr>
          <p:cNvCxnSpPr>
            <a:cxnSpLocks/>
            <a:stCxn id="240" idx="2"/>
            <a:endCxn id="593" idx="2"/>
          </p:cNvCxnSpPr>
          <p:nvPr/>
        </p:nvCxnSpPr>
        <p:spPr>
          <a:xfrm rot="5400000">
            <a:off x="3034881" y="1296623"/>
            <a:ext cx="337371" cy="2054174"/>
          </a:xfrm>
          <a:prstGeom prst="bentConnector3">
            <a:avLst>
              <a:gd name="adj1" fmla="val 167759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: Elbow 324">
            <a:extLst>
              <a:ext uri="{FF2B5EF4-FFF2-40B4-BE49-F238E27FC236}">
                <a16:creationId xmlns:a16="http://schemas.microsoft.com/office/drawing/2014/main" id="{C58DB011-DFD5-C241-2064-363C96164CE3}"/>
              </a:ext>
            </a:extLst>
          </p:cNvPr>
          <p:cNvCxnSpPr>
            <a:cxnSpLocks/>
            <a:stCxn id="513" idx="2"/>
            <a:endCxn id="724" idx="2"/>
          </p:cNvCxnSpPr>
          <p:nvPr/>
        </p:nvCxnSpPr>
        <p:spPr>
          <a:xfrm rot="16200000" flipH="1">
            <a:off x="4600166" y="-1757419"/>
            <a:ext cx="30500" cy="4770836"/>
          </a:xfrm>
          <a:prstGeom prst="bentConnector5">
            <a:avLst>
              <a:gd name="adj1" fmla="val -1616128"/>
              <a:gd name="adj2" fmla="val 88078"/>
              <a:gd name="adj3" fmla="val 412295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: Elbow 344">
            <a:extLst>
              <a:ext uri="{FF2B5EF4-FFF2-40B4-BE49-F238E27FC236}">
                <a16:creationId xmlns:a16="http://schemas.microsoft.com/office/drawing/2014/main" id="{5C6905EB-74EB-A8AA-269E-75DE5A774DE7}"/>
              </a:ext>
            </a:extLst>
          </p:cNvPr>
          <p:cNvCxnSpPr>
            <a:cxnSpLocks/>
            <a:stCxn id="242" idx="2"/>
            <a:endCxn id="726" idx="2"/>
          </p:cNvCxnSpPr>
          <p:nvPr/>
        </p:nvCxnSpPr>
        <p:spPr>
          <a:xfrm rot="5400000" flipH="1" flipV="1">
            <a:off x="4815460" y="156533"/>
            <a:ext cx="1511776" cy="2485207"/>
          </a:xfrm>
          <a:prstGeom prst="bentConnector3">
            <a:avLst>
              <a:gd name="adj1" fmla="val -26462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: Elbow 348">
            <a:extLst>
              <a:ext uri="{FF2B5EF4-FFF2-40B4-BE49-F238E27FC236}">
                <a16:creationId xmlns:a16="http://schemas.microsoft.com/office/drawing/2014/main" id="{5B4C2A10-020C-B3A6-A04F-BEBE671F63C4}"/>
              </a:ext>
            </a:extLst>
          </p:cNvPr>
          <p:cNvCxnSpPr>
            <a:cxnSpLocks/>
            <a:stCxn id="244" idx="2"/>
            <a:endCxn id="43" idx="2"/>
          </p:cNvCxnSpPr>
          <p:nvPr/>
        </p:nvCxnSpPr>
        <p:spPr>
          <a:xfrm rot="5400000" flipH="1" flipV="1">
            <a:off x="5301696" y="-232591"/>
            <a:ext cx="1512756" cy="3262475"/>
          </a:xfrm>
          <a:prstGeom prst="bentConnector3">
            <a:avLst>
              <a:gd name="adj1" fmla="val -23611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0695620A-58E2-F9AA-05F9-A9D2FD7675B2}"/>
              </a:ext>
            </a:extLst>
          </p:cNvPr>
          <p:cNvGrpSpPr/>
          <p:nvPr/>
        </p:nvGrpSpPr>
        <p:grpSpPr>
          <a:xfrm>
            <a:off x="4166267" y="1222350"/>
            <a:ext cx="1428730" cy="262873"/>
            <a:chOff x="4049797" y="2257268"/>
            <a:chExt cx="1428730" cy="262873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75A32470-661A-0E2E-A745-3BD0415E7059}"/>
                </a:ext>
              </a:extLst>
            </p:cNvPr>
            <p:cNvGrpSpPr/>
            <p:nvPr/>
          </p:nvGrpSpPr>
          <p:grpSpPr>
            <a:xfrm flipH="1">
              <a:off x="4736441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76" name="Straight Connector 575">
                <a:extLst>
                  <a:ext uri="{FF2B5EF4-FFF2-40B4-BE49-F238E27FC236}">
                    <a16:creationId xmlns:a16="http://schemas.microsoft.com/office/drawing/2014/main" id="{AAD88505-8337-E353-E766-562DE39DD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7" name="TextBox 576">
                <a:extLst>
                  <a:ext uri="{FF2B5EF4-FFF2-40B4-BE49-F238E27FC236}">
                    <a16:creationId xmlns:a16="http://schemas.microsoft.com/office/drawing/2014/main" id="{92E0B5A0-11B9-45B4-7A30-9F72DC9EA4F2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B8AF0825-D4FF-18E6-364C-B65420B9858E}"/>
                </a:ext>
              </a:extLst>
            </p:cNvPr>
            <p:cNvGrpSpPr/>
            <p:nvPr/>
          </p:nvGrpSpPr>
          <p:grpSpPr>
            <a:xfrm flipH="1">
              <a:off x="4638349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72" name="Straight Connector 571">
                <a:extLst>
                  <a:ext uri="{FF2B5EF4-FFF2-40B4-BE49-F238E27FC236}">
                    <a16:creationId xmlns:a16="http://schemas.microsoft.com/office/drawing/2014/main" id="{7E2AE06C-BC46-FC7A-89FA-4C31AD27D0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3" name="TextBox 572">
                <a:extLst>
                  <a:ext uri="{FF2B5EF4-FFF2-40B4-BE49-F238E27FC236}">
                    <a16:creationId xmlns:a16="http://schemas.microsoft.com/office/drawing/2014/main" id="{8F867378-AD59-20AA-2865-5600AD1C18B3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34" name="Group 533">
              <a:extLst>
                <a:ext uri="{FF2B5EF4-FFF2-40B4-BE49-F238E27FC236}">
                  <a16:creationId xmlns:a16="http://schemas.microsoft.com/office/drawing/2014/main" id="{53CD68A0-1551-F07B-B3D4-8DB5A1A9DFCF}"/>
                </a:ext>
              </a:extLst>
            </p:cNvPr>
            <p:cNvGrpSpPr/>
            <p:nvPr/>
          </p:nvGrpSpPr>
          <p:grpSpPr>
            <a:xfrm flipH="1">
              <a:off x="454025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BF5C8D92-BDB5-BE56-B6C0-31BA81310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1" name="TextBox 570">
                <a:extLst>
                  <a:ext uri="{FF2B5EF4-FFF2-40B4-BE49-F238E27FC236}">
                    <a16:creationId xmlns:a16="http://schemas.microsoft.com/office/drawing/2014/main" id="{8EAAE425-A695-A628-6367-069CBB464647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36" name="Group 535">
              <a:extLst>
                <a:ext uri="{FF2B5EF4-FFF2-40B4-BE49-F238E27FC236}">
                  <a16:creationId xmlns:a16="http://schemas.microsoft.com/office/drawing/2014/main" id="{2B6647F2-D600-E4B7-32DA-975478D15A63}"/>
                </a:ext>
              </a:extLst>
            </p:cNvPr>
            <p:cNvGrpSpPr/>
            <p:nvPr/>
          </p:nvGrpSpPr>
          <p:grpSpPr>
            <a:xfrm flipH="1">
              <a:off x="4442165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F2AF06B7-C9BB-9F60-A75E-A1366CF61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9" name="TextBox 568">
                <a:extLst>
                  <a:ext uri="{FF2B5EF4-FFF2-40B4-BE49-F238E27FC236}">
                    <a16:creationId xmlns:a16="http://schemas.microsoft.com/office/drawing/2014/main" id="{471A63C9-FED5-9BB2-9EEB-7EB8A11B9155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37" name="Group 536">
              <a:extLst>
                <a:ext uri="{FF2B5EF4-FFF2-40B4-BE49-F238E27FC236}">
                  <a16:creationId xmlns:a16="http://schemas.microsoft.com/office/drawing/2014/main" id="{248E9BBB-EBBE-141E-DA18-76CDB695E424}"/>
                </a:ext>
              </a:extLst>
            </p:cNvPr>
            <p:cNvGrpSpPr/>
            <p:nvPr/>
          </p:nvGrpSpPr>
          <p:grpSpPr>
            <a:xfrm flipH="1">
              <a:off x="4344073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97CB8888-54B7-2A3D-F578-115532D8CF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FF66F225-38F7-59DC-A12A-973E258D5786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 dirty="0"/>
              </a:p>
            </p:txBody>
          </p:sp>
        </p:grpSp>
        <p:grpSp>
          <p:nvGrpSpPr>
            <p:cNvPr id="539" name="Group 538">
              <a:extLst>
                <a:ext uri="{FF2B5EF4-FFF2-40B4-BE49-F238E27FC236}">
                  <a16:creationId xmlns:a16="http://schemas.microsoft.com/office/drawing/2014/main" id="{659EA720-86FC-0121-138D-2D7DF4D8103F}"/>
                </a:ext>
              </a:extLst>
            </p:cNvPr>
            <p:cNvGrpSpPr/>
            <p:nvPr/>
          </p:nvGrpSpPr>
          <p:grpSpPr>
            <a:xfrm flipH="1">
              <a:off x="4245981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5CBFC746-47D0-9D41-BCCD-1520C48424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5" name="TextBox 564">
                <a:extLst>
                  <a:ext uri="{FF2B5EF4-FFF2-40B4-BE49-F238E27FC236}">
                    <a16:creationId xmlns:a16="http://schemas.microsoft.com/office/drawing/2014/main" id="{9F16D215-5AC2-5AE5-EB36-D12E02ED97C7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40" name="Group 539">
              <a:extLst>
                <a:ext uri="{FF2B5EF4-FFF2-40B4-BE49-F238E27FC236}">
                  <a16:creationId xmlns:a16="http://schemas.microsoft.com/office/drawing/2014/main" id="{BB29FE31-BC04-EDF2-3D36-1137DE02CF71}"/>
                </a:ext>
              </a:extLst>
            </p:cNvPr>
            <p:cNvGrpSpPr/>
            <p:nvPr/>
          </p:nvGrpSpPr>
          <p:grpSpPr>
            <a:xfrm flipH="1">
              <a:off x="4147889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62" name="Straight Connector 561">
                <a:extLst>
                  <a:ext uri="{FF2B5EF4-FFF2-40B4-BE49-F238E27FC236}">
                    <a16:creationId xmlns:a16="http://schemas.microsoft.com/office/drawing/2014/main" id="{2714F463-8B48-4BA4-223A-BDE33FB39F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3" name="TextBox 562">
                <a:extLst>
                  <a:ext uri="{FF2B5EF4-FFF2-40B4-BE49-F238E27FC236}">
                    <a16:creationId xmlns:a16="http://schemas.microsoft.com/office/drawing/2014/main" id="{A111CCDB-CB40-BB67-A35B-BCB06A6834EC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 dirty="0"/>
              </a:p>
            </p:txBody>
          </p:sp>
        </p:grp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04B2B0E9-1B03-93C9-E72B-7F5ED925457B}"/>
                </a:ext>
              </a:extLst>
            </p:cNvPr>
            <p:cNvGrpSpPr/>
            <p:nvPr/>
          </p:nvGrpSpPr>
          <p:grpSpPr>
            <a:xfrm flipH="1">
              <a:off x="404979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60" name="Straight Connector 559">
                <a:extLst>
                  <a:ext uri="{FF2B5EF4-FFF2-40B4-BE49-F238E27FC236}">
                    <a16:creationId xmlns:a16="http://schemas.microsoft.com/office/drawing/2014/main" id="{E6348DA9-675D-3D32-17F5-A4A53E4602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1" name="TextBox 560">
                <a:extLst>
                  <a:ext uri="{FF2B5EF4-FFF2-40B4-BE49-F238E27FC236}">
                    <a16:creationId xmlns:a16="http://schemas.microsoft.com/office/drawing/2014/main" id="{026F2F16-A0EF-A914-DE6C-A8267B2BF62E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 dirty="0"/>
              </a:p>
            </p:txBody>
          </p:sp>
        </p:grp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BEEFC705-4E70-77E8-DBCC-39D66600E039}"/>
                </a:ext>
              </a:extLst>
            </p:cNvPr>
            <p:cNvGrpSpPr/>
            <p:nvPr/>
          </p:nvGrpSpPr>
          <p:grpSpPr>
            <a:xfrm flipH="1">
              <a:off x="4932625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58" name="Straight Connector 557">
                <a:extLst>
                  <a:ext uri="{FF2B5EF4-FFF2-40B4-BE49-F238E27FC236}">
                    <a16:creationId xmlns:a16="http://schemas.microsoft.com/office/drawing/2014/main" id="{1DCAC49B-958A-1C0C-60BC-D7FC70253E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2A1BA214-31B6-8B23-23E9-51E56F831843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43" name="Group 542">
              <a:extLst>
                <a:ext uri="{FF2B5EF4-FFF2-40B4-BE49-F238E27FC236}">
                  <a16:creationId xmlns:a16="http://schemas.microsoft.com/office/drawing/2014/main" id="{EE79674B-3142-85EF-56E6-E3D71C3E7BD5}"/>
                </a:ext>
              </a:extLst>
            </p:cNvPr>
            <p:cNvGrpSpPr/>
            <p:nvPr/>
          </p:nvGrpSpPr>
          <p:grpSpPr>
            <a:xfrm flipH="1">
              <a:off x="4834533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56" name="Straight Connector 555">
                <a:extLst>
                  <a:ext uri="{FF2B5EF4-FFF2-40B4-BE49-F238E27FC236}">
                    <a16:creationId xmlns:a16="http://schemas.microsoft.com/office/drawing/2014/main" id="{082A7622-606E-75DB-1AED-39251347C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7" name="TextBox 556">
                <a:extLst>
                  <a:ext uri="{FF2B5EF4-FFF2-40B4-BE49-F238E27FC236}">
                    <a16:creationId xmlns:a16="http://schemas.microsoft.com/office/drawing/2014/main" id="{3D12CD5A-30D1-6585-25D3-88D23A2077E0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9397AC86-6035-47E4-8DCA-CB770B8FC88E}"/>
                </a:ext>
              </a:extLst>
            </p:cNvPr>
            <p:cNvGrpSpPr/>
            <p:nvPr/>
          </p:nvGrpSpPr>
          <p:grpSpPr>
            <a:xfrm flipH="1">
              <a:off x="5128809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54" name="Straight Connector 553">
                <a:extLst>
                  <a:ext uri="{FF2B5EF4-FFF2-40B4-BE49-F238E27FC236}">
                    <a16:creationId xmlns:a16="http://schemas.microsoft.com/office/drawing/2014/main" id="{F5F0F3B8-2A08-54E6-8AEB-CB40EFB276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5" name="TextBox 554">
                <a:extLst>
                  <a:ext uri="{FF2B5EF4-FFF2-40B4-BE49-F238E27FC236}">
                    <a16:creationId xmlns:a16="http://schemas.microsoft.com/office/drawing/2014/main" id="{E1EE796D-5392-71FA-B102-3B0FEF0AD1CC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3178560E-5EA5-BF86-347E-575173DC066D}"/>
                </a:ext>
              </a:extLst>
            </p:cNvPr>
            <p:cNvGrpSpPr/>
            <p:nvPr/>
          </p:nvGrpSpPr>
          <p:grpSpPr>
            <a:xfrm flipH="1">
              <a:off x="503071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52" name="Straight Connector 551">
                <a:extLst>
                  <a:ext uri="{FF2B5EF4-FFF2-40B4-BE49-F238E27FC236}">
                    <a16:creationId xmlns:a16="http://schemas.microsoft.com/office/drawing/2014/main" id="{FA594DDB-A308-AEF3-315C-40D4AE31B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3" name="TextBox 552">
                <a:extLst>
                  <a:ext uri="{FF2B5EF4-FFF2-40B4-BE49-F238E27FC236}">
                    <a16:creationId xmlns:a16="http://schemas.microsoft.com/office/drawing/2014/main" id="{84121925-CCBC-B02E-30E0-0422A97751E1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557FC52F-CA0B-8A37-5462-589B675AA032}"/>
                </a:ext>
              </a:extLst>
            </p:cNvPr>
            <p:cNvGrpSpPr/>
            <p:nvPr/>
          </p:nvGrpSpPr>
          <p:grpSpPr>
            <a:xfrm flipH="1">
              <a:off x="5324987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50" name="Straight Connector 549">
                <a:extLst>
                  <a:ext uri="{FF2B5EF4-FFF2-40B4-BE49-F238E27FC236}">
                    <a16:creationId xmlns:a16="http://schemas.microsoft.com/office/drawing/2014/main" id="{78DF815F-C595-CF7E-07E7-23CF1BD8D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TextBox 550">
                <a:extLst>
                  <a:ext uri="{FF2B5EF4-FFF2-40B4-BE49-F238E27FC236}">
                    <a16:creationId xmlns:a16="http://schemas.microsoft.com/office/drawing/2014/main" id="{AF024782-C195-C07C-0B21-E1065803EFF8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  <p:grpSp>
          <p:nvGrpSpPr>
            <p:cNvPr id="547" name="Group 546">
              <a:extLst>
                <a:ext uri="{FF2B5EF4-FFF2-40B4-BE49-F238E27FC236}">
                  <a16:creationId xmlns:a16="http://schemas.microsoft.com/office/drawing/2014/main" id="{A5E0EC56-A0B7-BECF-EF25-26E5630AF291}"/>
                </a:ext>
              </a:extLst>
            </p:cNvPr>
            <p:cNvGrpSpPr/>
            <p:nvPr/>
          </p:nvGrpSpPr>
          <p:grpSpPr>
            <a:xfrm flipH="1">
              <a:off x="5226901" y="2257268"/>
              <a:ext cx="153540" cy="262873"/>
              <a:chOff x="1771944" y="3549735"/>
              <a:chExt cx="114005" cy="184666"/>
            </a:xfrm>
          </p:grpSpPr>
          <p:cxnSp>
            <p:nvCxnSpPr>
              <p:cNvPr id="548" name="Straight Connector 547">
                <a:extLst>
                  <a:ext uri="{FF2B5EF4-FFF2-40B4-BE49-F238E27FC236}">
                    <a16:creationId xmlns:a16="http://schemas.microsoft.com/office/drawing/2014/main" id="{389892AC-66CE-934D-CD14-3B8E5B3553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947" y="3672197"/>
                <a:ext cx="0" cy="622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9" name="TextBox 548">
                <a:extLst>
                  <a:ext uri="{FF2B5EF4-FFF2-40B4-BE49-F238E27FC236}">
                    <a16:creationId xmlns:a16="http://schemas.microsoft.com/office/drawing/2014/main" id="{E2BC725F-321C-DA4B-5F3E-E803A17E0C68}"/>
                  </a:ext>
                </a:extLst>
              </p:cNvPr>
              <p:cNvSpPr txBox="1"/>
              <p:nvPr/>
            </p:nvSpPr>
            <p:spPr>
              <a:xfrm>
                <a:off x="1771944" y="3549735"/>
                <a:ext cx="1140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600"/>
              </a:p>
            </p:txBody>
          </p:sp>
        </p:grpSp>
      </p:grpSp>
      <p:cxnSp>
        <p:nvCxnSpPr>
          <p:cNvPr id="591" name="Connector: Elbow 590">
            <a:extLst>
              <a:ext uri="{FF2B5EF4-FFF2-40B4-BE49-F238E27FC236}">
                <a16:creationId xmlns:a16="http://schemas.microsoft.com/office/drawing/2014/main" id="{A6C43242-1B95-9089-06AA-F94557B4BAFE}"/>
              </a:ext>
            </a:extLst>
          </p:cNvPr>
          <p:cNvCxnSpPr>
            <a:cxnSpLocks/>
            <a:stCxn id="246" idx="2"/>
            <a:endCxn id="84" idx="2"/>
          </p:cNvCxnSpPr>
          <p:nvPr/>
        </p:nvCxnSpPr>
        <p:spPr>
          <a:xfrm rot="5400000" flipH="1" flipV="1">
            <a:off x="5740602" y="-573405"/>
            <a:ext cx="1512756" cy="3944103"/>
          </a:xfrm>
          <a:prstGeom prst="bentConnector3">
            <a:avLst>
              <a:gd name="adj1" fmla="val -20149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: Elbow 615">
            <a:extLst>
              <a:ext uri="{FF2B5EF4-FFF2-40B4-BE49-F238E27FC236}">
                <a16:creationId xmlns:a16="http://schemas.microsoft.com/office/drawing/2014/main" id="{605AF512-4100-7259-B053-172410111F17}"/>
              </a:ext>
            </a:extLst>
          </p:cNvPr>
          <p:cNvCxnSpPr>
            <a:cxnSpLocks/>
            <a:stCxn id="248" idx="2"/>
            <a:endCxn id="13" idx="2"/>
          </p:cNvCxnSpPr>
          <p:nvPr/>
        </p:nvCxnSpPr>
        <p:spPr>
          <a:xfrm rot="5400000" flipH="1" flipV="1">
            <a:off x="6178697" y="-914153"/>
            <a:ext cx="1513501" cy="4624855"/>
          </a:xfrm>
          <a:prstGeom prst="bentConnector3">
            <a:avLst>
              <a:gd name="adj1" fmla="val -17622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: Elbow 629">
            <a:extLst>
              <a:ext uri="{FF2B5EF4-FFF2-40B4-BE49-F238E27FC236}">
                <a16:creationId xmlns:a16="http://schemas.microsoft.com/office/drawing/2014/main" id="{7B8891B5-A65E-2EC4-3F4A-EBEC4BF1332B}"/>
              </a:ext>
            </a:extLst>
          </p:cNvPr>
          <p:cNvCxnSpPr>
            <a:cxnSpLocks/>
            <a:stCxn id="250" idx="2"/>
            <a:endCxn id="178" idx="2"/>
          </p:cNvCxnSpPr>
          <p:nvPr/>
        </p:nvCxnSpPr>
        <p:spPr>
          <a:xfrm rot="5400000" flipH="1" flipV="1">
            <a:off x="6596333" y="-1233696"/>
            <a:ext cx="1513501" cy="5263942"/>
          </a:xfrm>
          <a:prstGeom prst="bentConnector3">
            <a:avLst>
              <a:gd name="adj1" fmla="val -15104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: Elbow 640">
            <a:extLst>
              <a:ext uri="{FF2B5EF4-FFF2-40B4-BE49-F238E27FC236}">
                <a16:creationId xmlns:a16="http://schemas.microsoft.com/office/drawing/2014/main" id="{29A5154C-CA01-4157-CA8D-1FC1DF3C6A3A}"/>
              </a:ext>
            </a:extLst>
          </p:cNvPr>
          <p:cNvCxnSpPr>
            <a:cxnSpLocks/>
            <a:stCxn id="252" idx="2"/>
            <a:endCxn id="212" idx="2"/>
          </p:cNvCxnSpPr>
          <p:nvPr/>
        </p:nvCxnSpPr>
        <p:spPr>
          <a:xfrm rot="5400000" flipH="1" flipV="1">
            <a:off x="7013968" y="-1553240"/>
            <a:ext cx="1513501" cy="5903029"/>
          </a:xfrm>
          <a:prstGeom prst="bentConnector3">
            <a:avLst>
              <a:gd name="adj1" fmla="val -13426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: Elbow 651">
            <a:extLst>
              <a:ext uri="{FF2B5EF4-FFF2-40B4-BE49-F238E27FC236}">
                <a16:creationId xmlns:a16="http://schemas.microsoft.com/office/drawing/2014/main" id="{8CA7E4B9-BB48-D40B-6BEF-A4388D3D1A69}"/>
              </a:ext>
            </a:extLst>
          </p:cNvPr>
          <p:cNvCxnSpPr>
            <a:cxnSpLocks/>
            <a:stCxn id="254" idx="2"/>
            <a:endCxn id="198" idx="2"/>
          </p:cNvCxnSpPr>
          <p:nvPr/>
        </p:nvCxnSpPr>
        <p:spPr>
          <a:xfrm rot="5400000" flipH="1" flipV="1">
            <a:off x="7431604" y="-1872783"/>
            <a:ext cx="1513501" cy="6542116"/>
          </a:xfrm>
          <a:prstGeom prst="bentConnector3">
            <a:avLst>
              <a:gd name="adj1" fmla="val -10908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3" name="Group 682">
            <a:extLst>
              <a:ext uri="{FF2B5EF4-FFF2-40B4-BE49-F238E27FC236}">
                <a16:creationId xmlns:a16="http://schemas.microsoft.com/office/drawing/2014/main" id="{A6CDB306-0494-6BB7-FD92-7ED23134D9D9}"/>
              </a:ext>
            </a:extLst>
          </p:cNvPr>
          <p:cNvGrpSpPr/>
          <p:nvPr/>
        </p:nvGrpSpPr>
        <p:grpSpPr>
          <a:xfrm>
            <a:off x="6631495" y="133937"/>
            <a:ext cx="648367" cy="568063"/>
            <a:chOff x="5771817" y="1432566"/>
            <a:chExt cx="648367" cy="568063"/>
          </a:xfrm>
        </p:grpSpPr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F60BBC7E-10D9-F35A-711C-7A94274BF733}"/>
                </a:ext>
              </a:extLst>
            </p:cNvPr>
            <p:cNvSpPr/>
            <p:nvPr/>
          </p:nvSpPr>
          <p:spPr>
            <a:xfrm>
              <a:off x="5772722" y="1432566"/>
              <a:ext cx="646557" cy="54294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" name="TextBox 716">
              <a:extLst>
                <a:ext uri="{FF2B5EF4-FFF2-40B4-BE49-F238E27FC236}">
                  <a16:creationId xmlns:a16="http://schemas.microsoft.com/office/drawing/2014/main" id="{CF7905B9-95F9-86B8-B954-A3A61234DEC3}"/>
                </a:ext>
              </a:extLst>
            </p:cNvPr>
            <p:cNvSpPr txBox="1"/>
            <p:nvPr/>
          </p:nvSpPr>
          <p:spPr>
            <a:xfrm>
              <a:off x="5771817" y="1492798"/>
              <a:ext cx="64836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3 Pos Switch</a:t>
              </a:r>
            </a:p>
            <a:p>
              <a:pPr algn="ctr"/>
              <a:endParaRPr lang="en-US" sz="900" b="1" dirty="0"/>
            </a:p>
          </p:txBody>
        </p:sp>
        <p:grpSp>
          <p:nvGrpSpPr>
            <p:cNvPr id="718" name="Group 717">
              <a:extLst>
                <a:ext uri="{FF2B5EF4-FFF2-40B4-BE49-F238E27FC236}">
                  <a16:creationId xmlns:a16="http://schemas.microsoft.com/office/drawing/2014/main" id="{916357BB-F56A-FFF2-BA92-76193483878E}"/>
                </a:ext>
              </a:extLst>
            </p:cNvPr>
            <p:cNvGrpSpPr/>
            <p:nvPr/>
          </p:nvGrpSpPr>
          <p:grpSpPr>
            <a:xfrm>
              <a:off x="5775809" y="1757212"/>
              <a:ext cx="640382" cy="218295"/>
              <a:chOff x="6106715" y="1554964"/>
              <a:chExt cx="640382" cy="218295"/>
            </a:xfrm>
          </p:grpSpPr>
          <p:grpSp>
            <p:nvGrpSpPr>
              <p:cNvPr id="719" name="Group 718">
                <a:extLst>
                  <a:ext uri="{FF2B5EF4-FFF2-40B4-BE49-F238E27FC236}">
                    <a16:creationId xmlns:a16="http://schemas.microsoft.com/office/drawing/2014/main" id="{B782B22F-5DBB-F0D5-3FC0-AFB91637468C}"/>
                  </a:ext>
                </a:extLst>
              </p:cNvPr>
              <p:cNvGrpSpPr/>
              <p:nvPr/>
            </p:nvGrpSpPr>
            <p:grpSpPr>
              <a:xfrm>
                <a:off x="6106715" y="1554964"/>
                <a:ext cx="356930" cy="218295"/>
                <a:chOff x="1547416" y="2139165"/>
                <a:chExt cx="356930" cy="218295"/>
              </a:xfrm>
            </p:grpSpPr>
            <p:sp>
              <p:nvSpPr>
                <p:cNvPr id="726" name="TextBox 725">
                  <a:extLst>
                    <a:ext uri="{FF2B5EF4-FFF2-40B4-BE49-F238E27FC236}">
                      <a16:creationId xmlns:a16="http://schemas.microsoft.com/office/drawing/2014/main" id="{4EB7B61C-57B8-15B8-5EEC-9B0223DE48C6}"/>
                    </a:ext>
                  </a:extLst>
                </p:cNvPr>
                <p:cNvSpPr txBox="1"/>
                <p:nvPr/>
              </p:nvSpPr>
              <p:spPr>
                <a:xfrm>
                  <a:off x="1547416" y="2139165"/>
                  <a:ext cx="356930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dirty="0"/>
                    <a:t>Vin</a:t>
                  </a:r>
                </a:p>
              </p:txBody>
            </p:sp>
            <p:cxnSp>
              <p:nvCxnSpPr>
                <p:cNvPr id="727" name="Straight Connector 726">
                  <a:extLst>
                    <a:ext uri="{FF2B5EF4-FFF2-40B4-BE49-F238E27FC236}">
                      <a16:creationId xmlns:a16="http://schemas.microsoft.com/office/drawing/2014/main" id="{2CD7E304-F22E-555E-D5B0-A31143EB1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0642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0" name="Group 719">
                <a:extLst>
                  <a:ext uri="{FF2B5EF4-FFF2-40B4-BE49-F238E27FC236}">
                    <a16:creationId xmlns:a16="http://schemas.microsoft.com/office/drawing/2014/main" id="{2D3A13B8-DC6C-B867-37E2-325D88947476}"/>
                  </a:ext>
                </a:extLst>
              </p:cNvPr>
              <p:cNvGrpSpPr/>
              <p:nvPr/>
            </p:nvGrpSpPr>
            <p:grpSpPr>
              <a:xfrm>
                <a:off x="6338753" y="1554964"/>
                <a:ext cx="266618" cy="218295"/>
                <a:chOff x="1631377" y="2139165"/>
                <a:chExt cx="266618" cy="218295"/>
              </a:xfrm>
            </p:grpSpPr>
            <p:sp>
              <p:nvSpPr>
                <p:cNvPr id="724" name="TextBox 723">
                  <a:extLst>
                    <a:ext uri="{FF2B5EF4-FFF2-40B4-BE49-F238E27FC236}">
                      <a16:creationId xmlns:a16="http://schemas.microsoft.com/office/drawing/2014/main" id="{E2AC6DC3-23AB-D969-64A3-3FC33077AA9E}"/>
                    </a:ext>
                  </a:extLst>
                </p:cNvPr>
                <p:cNvSpPr txBox="1"/>
                <p:nvPr/>
              </p:nvSpPr>
              <p:spPr>
                <a:xfrm>
                  <a:off x="1631377" y="2139165"/>
                  <a:ext cx="266618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dirty="0"/>
                    <a:t>A</a:t>
                  </a:r>
                </a:p>
              </p:txBody>
            </p:sp>
            <p:cxnSp>
              <p:nvCxnSpPr>
                <p:cNvPr id="725" name="Straight Connector 724">
                  <a:extLst>
                    <a:ext uri="{FF2B5EF4-FFF2-40B4-BE49-F238E27FC236}">
                      <a16:creationId xmlns:a16="http://schemas.microsoft.com/office/drawing/2014/main" id="{91C6AA9A-EC4D-E274-E734-6F8C34A68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9218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1" name="Group 720">
                <a:extLst>
                  <a:ext uri="{FF2B5EF4-FFF2-40B4-BE49-F238E27FC236}">
                    <a16:creationId xmlns:a16="http://schemas.microsoft.com/office/drawing/2014/main" id="{7E1DAD48-18E9-A2AD-D44E-4541DFD23220}"/>
                  </a:ext>
                </a:extLst>
              </p:cNvPr>
              <p:cNvGrpSpPr/>
              <p:nvPr/>
            </p:nvGrpSpPr>
            <p:grpSpPr>
              <a:xfrm>
                <a:off x="6471130" y="1554964"/>
                <a:ext cx="275967" cy="218295"/>
                <a:chOff x="1628378" y="2139165"/>
                <a:chExt cx="275967" cy="218295"/>
              </a:xfrm>
            </p:grpSpPr>
            <p:sp>
              <p:nvSpPr>
                <p:cNvPr id="722" name="TextBox 721">
                  <a:extLst>
                    <a:ext uri="{FF2B5EF4-FFF2-40B4-BE49-F238E27FC236}">
                      <a16:creationId xmlns:a16="http://schemas.microsoft.com/office/drawing/2014/main" id="{EB29A4B0-6F41-A335-6A75-83F9526264AE}"/>
                    </a:ext>
                  </a:extLst>
                </p:cNvPr>
                <p:cNvSpPr txBox="1"/>
                <p:nvPr/>
              </p:nvSpPr>
              <p:spPr>
                <a:xfrm>
                  <a:off x="1628378" y="2139165"/>
                  <a:ext cx="275967" cy="18466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dirty="0"/>
                    <a:t>B</a:t>
                  </a:r>
                </a:p>
              </p:txBody>
            </p:sp>
            <p:cxnSp>
              <p:nvCxnSpPr>
                <p:cNvPr id="723" name="Straight Connector 722">
                  <a:extLst>
                    <a:ext uri="{FF2B5EF4-FFF2-40B4-BE49-F238E27FC236}">
                      <a16:creationId xmlns:a16="http://schemas.microsoft.com/office/drawing/2014/main" id="{9C15B069-4B46-9299-D537-2DF3BFFB10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6361" y="2295256"/>
                  <a:ext cx="0" cy="6220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749" name="Connector: Elbow 748">
            <a:extLst>
              <a:ext uri="{FF2B5EF4-FFF2-40B4-BE49-F238E27FC236}">
                <a16:creationId xmlns:a16="http://schemas.microsoft.com/office/drawing/2014/main" id="{2BDEDAE5-4F06-C32A-47D3-94BB3BA4F227}"/>
              </a:ext>
            </a:extLst>
          </p:cNvPr>
          <p:cNvCxnSpPr>
            <a:cxnSpLocks/>
            <a:stCxn id="446" idx="2"/>
            <a:endCxn id="722" idx="2"/>
          </p:cNvCxnSpPr>
          <p:nvPr/>
        </p:nvCxnSpPr>
        <p:spPr>
          <a:xfrm rot="16200000" flipH="1">
            <a:off x="4745064" y="-1749573"/>
            <a:ext cx="25994" cy="4759650"/>
          </a:xfrm>
          <a:prstGeom prst="bentConnector5">
            <a:avLst>
              <a:gd name="adj1" fmla="val -1661153"/>
              <a:gd name="adj2" fmla="val 83804"/>
              <a:gd name="adj3" fmla="val 649646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: Elbow 756">
            <a:extLst>
              <a:ext uri="{FF2B5EF4-FFF2-40B4-BE49-F238E27FC236}">
                <a16:creationId xmlns:a16="http://schemas.microsoft.com/office/drawing/2014/main" id="{D4CC0EDF-7CD3-4DC3-E6ED-600ABED97728}"/>
              </a:ext>
            </a:extLst>
          </p:cNvPr>
          <p:cNvCxnSpPr>
            <a:cxnSpLocks/>
            <a:stCxn id="561" idx="2"/>
            <a:endCxn id="45" idx="2"/>
          </p:cNvCxnSpPr>
          <p:nvPr/>
        </p:nvCxnSpPr>
        <p:spPr>
          <a:xfrm rot="5400000" flipH="1" flipV="1">
            <a:off x="5448422" y="-563116"/>
            <a:ext cx="842954" cy="3253724"/>
          </a:xfrm>
          <a:prstGeom prst="bentConnector3">
            <a:avLst>
              <a:gd name="adj1" fmla="val 31074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: Elbow 763">
            <a:extLst>
              <a:ext uri="{FF2B5EF4-FFF2-40B4-BE49-F238E27FC236}">
                <a16:creationId xmlns:a16="http://schemas.microsoft.com/office/drawing/2014/main" id="{4B7F1C8F-0551-4364-75BD-CFEDC09C2324}"/>
              </a:ext>
            </a:extLst>
          </p:cNvPr>
          <p:cNvCxnSpPr>
            <a:cxnSpLocks/>
            <a:stCxn id="563" idx="2"/>
            <a:endCxn id="86" idx="2"/>
          </p:cNvCxnSpPr>
          <p:nvPr/>
        </p:nvCxnSpPr>
        <p:spPr>
          <a:xfrm rot="5400000" flipH="1" flipV="1">
            <a:off x="5901489" y="-918091"/>
            <a:ext cx="842954" cy="3963674"/>
          </a:xfrm>
          <a:prstGeom prst="bentConnector3">
            <a:avLst>
              <a:gd name="adj1" fmla="val 26554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: Elbow 767">
            <a:extLst>
              <a:ext uri="{FF2B5EF4-FFF2-40B4-BE49-F238E27FC236}">
                <a16:creationId xmlns:a16="http://schemas.microsoft.com/office/drawing/2014/main" id="{FF8F0E4E-FDE3-D6B4-2B75-37919D2302A0}"/>
              </a:ext>
            </a:extLst>
          </p:cNvPr>
          <p:cNvCxnSpPr>
            <a:cxnSpLocks/>
            <a:stCxn id="442" idx="2"/>
            <a:endCxn id="48" idx="2"/>
          </p:cNvCxnSpPr>
          <p:nvPr/>
        </p:nvCxnSpPr>
        <p:spPr>
          <a:xfrm rot="16200000" flipH="1">
            <a:off x="5182340" y="-1996086"/>
            <a:ext cx="25123" cy="5251586"/>
          </a:xfrm>
          <a:prstGeom prst="bentConnector5">
            <a:avLst>
              <a:gd name="adj1" fmla="val -1516547"/>
              <a:gd name="adj2" fmla="val 71385"/>
              <a:gd name="adj3" fmla="val 839303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: Elbow 775">
            <a:extLst>
              <a:ext uri="{FF2B5EF4-FFF2-40B4-BE49-F238E27FC236}">
                <a16:creationId xmlns:a16="http://schemas.microsoft.com/office/drawing/2014/main" id="{F5EA6579-4DE1-B723-65CD-C6A53DD5EE74}"/>
              </a:ext>
            </a:extLst>
          </p:cNvPr>
          <p:cNvCxnSpPr>
            <a:cxnSpLocks/>
            <a:stCxn id="385" idx="2"/>
            <a:endCxn id="64" idx="2"/>
          </p:cNvCxnSpPr>
          <p:nvPr/>
        </p:nvCxnSpPr>
        <p:spPr>
          <a:xfrm rot="16200000" flipH="1">
            <a:off x="5341408" y="-1954889"/>
            <a:ext cx="51179" cy="5195277"/>
          </a:xfrm>
          <a:prstGeom prst="bentConnector5">
            <a:avLst>
              <a:gd name="adj1" fmla="val -623473"/>
              <a:gd name="adj2" fmla="val 67286"/>
              <a:gd name="adj3" fmla="val 546668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: Elbow 780">
            <a:extLst>
              <a:ext uri="{FF2B5EF4-FFF2-40B4-BE49-F238E27FC236}">
                <a16:creationId xmlns:a16="http://schemas.microsoft.com/office/drawing/2014/main" id="{CB1D5B29-1AC2-FE8D-B35C-62A465711A7B}"/>
              </a:ext>
            </a:extLst>
          </p:cNvPr>
          <p:cNvCxnSpPr>
            <a:cxnSpLocks/>
            <a:stCxn id="382" idx="2"/>
            <a:endCxn id="82" idx="2"/>
          </p:cNvCxnSpPr>
          <p:nvPr/>
        </p:nvCxnSpPr>
        <p:spPr>
          <a:xfrm rot="16200000" flipH="1">
            <a:off x="5787149" y="-2199318"/>
            <a:ext cx="17999" cy="5665175"/>
          </a:xfrm>
          <a:prstGeom prst="bentConnector5">
            <a:avLst>
              <a:gd name="adj1" fmla="val -1455292"/>
              <a:gd name="adj2" fmla="val 57581"/>
              <a:gd name="adj3" fmla="val 1819884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: Elbow 789">
            <a:extLst>
              <a:ext uri="{FF2B5EF4-FFF2-40B4-BE49-F238E27FC236}">
                <a16:creationId xmlns:a16="http://schemas.microsoft.com/office/drawing/2014/main" id="{2E206E38-AC4D-0F3B-4851-1189E229B419}"/>
              </a:ext>
            </a:extLst>
          </p:cNvPr>
          <p:cNvCxnSpPr>
            <a:cxnSpLocks/>
            <a:stCxn id="376" idx="2"/>
            <a:endCxn id="15" idx="2"/>
          </p:cNvCxnSpPr>
          <p:nvPr/>
        </p:nvCxnSpPr>
        <p:spPr>
          <a:xfrm rot="16200000" flipH="1">
            <a:off x="6119521" y="-2352146"/>
            <a:ext cx="24721" cy="5962619"/>
          </a:xfrm>
          <a:prstGeom prst="bentConnector5">
            <a:avLst>
              <a:gd name="adj1" fmla="val -789863"/>
              <a:gd name="adj2" fmla="val 50457"/>
              <a:gd name="adj3" fmla="val 1544877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: Elbow 801">
            <a:extLst>
              <a:ext uri="{FF2B5EF4-FFF2-40B4-BE49-F238E27FC236}">
                <a16:creationId xmlns:a16="http://schemas.microsoft.com/office/drawing/2014/main" id="{88A6DDA2-F88B-BD80-4B4E-00DDAE6DA9AF}"/>
              </a:ext>
            </a:extLst>
          </p:cNvPr>
          <p:cNvCxnSpPr>
            <a:cxnSpLocks/>
            <a:stCxn id="379" idx="2"/>
            <a:endCxn id="180" idx="2"/>
          </p:cNvCxnSpPr>
          <p:nvPr/>
        </p:nvCxnSpPr>
        <p:spPr>
          <a:xfrm rot="16200000" flipH="1">
            <a:off x="6585247" y="-2623600"/>
            <a:ext cx="26941" cy="6503306"/>
          </a:xfrm>
          <a:prstGeom prst="bentConnector5">
            <a:avLst>
              <a:gd name="adj1" fmla="val -512650"/>
              <a:gd name="adj2" fmla="val 42323"/>
              <a:gd name="adj3" fmla="val 1673297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: Elbow 810">
            <a:extLst>
              <a:ext uri="{FF2B5EF4-FFF2-40B4-BE49-F238E27FC236}">
                <a16:creationId xmlns:a16="http://schemas.microsoft.com/office/drawing/2014/main" id="{0E5F475B-F9D3-8084-AA1F-A7B1ED164A6E}"/>
              </a:ext>
            </a:extLst>
          </p:cNvPr>
          <p:cNvCxnSpPr>
            <a:cxnSpLocks/>
            <a:stCxn id="373" idx="2"/>
            <a:endCxn id="214" idx="2"/>
          </p:cNvCxnSpPr>
          <p:nvPr/>
        </p:nvCxnSpPr>
        <p:spPr>
          <a:xfrm rot="16200000" flipH="1">
            <a:off x="7050942" y="-2895083"/>
            <a:ext cx="20977" cy="7052237"/>
          </a:xfrm>
          <a:prstGeom prst="bentConnector5">
            <a:avLst>
              <a:gd name="adj1" fmla="val -431368"/>
              <a:gd name="adj2" fmla="val 35539"/>
              <a:gd name="adj3" fmla="val 2415751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: Elbow 816">
            <a:extLst>
              <a:ext uri="{FF2B5EF4-FFF2-40B4-BE49-F238E27FC236}">
                <a16:creationId xmlns:a16="http://schemas.microsoft.com/office/drawing/2014/main" id="{CF374F54-327B-9899-2E45-9F653A1268BF}"/>
              </a:ext>
            </a:extLst>
          </p:cNvPr>
          <p:cNvCxnSpPr>
            <a:cxnSpLocks/>
            <a:stCxn id="370" idx="2"/>
            <a:endCxn id="200" idx="2"/>
          </p:cNvCxnSpPr>
          <p:nvPr/>
        </p:nvCxnSpPr>
        <p:spPr>
          <a:xfrm rot="16200000" flipH="1">
            <a:off x="7516841" y="-3166363"/>
            <a:ext cx="24722" cy="7591053"/>
          </a:xfrm>
          <a:prstGeom prst="bentConnector5">
            <a:avLst>
              <a:gd name="adj1" fmla="val -211908"/>
              <a:gd name="adj2" fmla="val 29813"/>
              <a:gd name="adj3" fmla="val 2238326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833">
            <a:extLst>
              <a:ext uri="{FF2B5EF4-FFF2-40B4-BE49-F238E27FC236}">
                <a16:creationId xmlns:a16="http://schemas.microsoft.com/office/drawing/2014/main" id="{E7FC5BDA-61F9-0FB4-6F1E-92DC6698876F}"/>
              </a:ext>
            </a:extLst>
          </p:cNvPr>
          <p:cNvCxnSpPr/>
          <p:nvPr/>
        </p:nvCxnSpPr>
        <p:spPr>
          <a:xfrm>
            <a:off x="4054316" y="1663157"/>
            <a:ext cx="176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>
            <a:extLst>
              <a:ext uri="{FF2B5EF4-FFF2-40B4-BE49-F238E27FC236}">
                <a16:creationId xmlns:a16="http://schemas.microsoft.com/office/drawing/2014/main" id="{30113AD8-F368-477E-325A-636CC8658CD0}"/>
              </a:ext>
            </a:extLst>
          </p:cNvPr>
          <p:cNvCxnSpPr/>
          <p:nvPr/>
        </p:nvCxnSpPr>
        <p:spPr>
          <a:xfrm>
            <a:off x="4054316" y="1863182"/>
            <a:ext cx="176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: Elbow 835">
            <a:extLst>
              <a:ext uri="{FF2B5EF4-FFF2-40B4-BE49-F238E27FC236}">
                <a16:creationId xmlns:a16="http://schemas.microsoft.com/office/drawing/2014/main" id="{36AA7AC5-F558-D08A-50E3-B6CC404ED396}"/>
              </a:ext>
            </a:extLst>
          </p:cNvPr>
          <p:cNvCxnSpPr>
            <a:cxnSpLocks/>
            <a:endCxn id="1565" idx="2"/>
          </p:cNvCxnSpPr>
          <p:nvPr/>
        </p:nvCxnSpPr>
        <p:spPr>
          <a:xfrm rot="10800000">
            <a:off x="3009803" y="1471149"/>
            <a:ext cx="1051625" cy="187137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: Elbow 854">
            <a:extLst>
              <a:ext uri="{FF2B5EF4-FFF2-40B4-BE49-F238E27FC236}">
                <a16:creationId xmlns:a16="http://schemas.microsoft.com/office/drawing/2014/main" id="{4149FCBE-F065-D005-74D5-C59AD666DC07}"/>
              </a:ext>
            </a:extLst>
          </p:cNvPr>
          <p:cNvCxnSpPr>
            <a:cxnSpLocks/>
            <a:endCxn id="367" idx="2"/>
          </p:cNvCxnSpPr>
          <p:nvPr/>
        </p:nvCxnSpPr>
        <p:spPr>
          <a:xfrm rot="10800000">
            <a:off x="2810761" y="1468044"/>
            <a:ext cx="1250666" cy="391323"/>
          </a:xfrm>
          <a:prstGeom prst="bentConnector2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: Elbow 863">
            <a:extLst>
              <a:ext uri="{FF2B5EF4-FFF2-40B4-BE49-F238E27FC236}">
                <a16:creationId xmlns:a16="http://schemas.microsoft.com/office/drawing/2014/main" id="{07865CAE-355A-5CD9-E360-74393A68841D}"/>
              </a:ext>
            </a:extLst>
          </p:cNvPr>
          <p:cNvCxnSpPr>
            <a:cxnSpLocks/>
            <a:stCxn id="565" idx="2"/>
          </p:cNvCxnSpPr>
          <p:nvPr/>
        </p:nvCxnSpPr>
        <p:spPr>
          <a:xfrm rot="5400000">
            <a:off x="3703233" y="1617097"/>
            <a:ext cx="867863" cy="604114"/>
          </a:xfrm>
          <a:prstGeom prst="bentConnector3">
            <a:avLst>
              <a:gd name="adj1" fmla="val -2024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: Elbow 888">
            <a:extLst>
              <a:ext uri="{FF2B5EF4-FFF2-40B4-BE49-F238E27FC236}">
                <a16:creationId xmlns:a16="http://schemas.microsoft.com/office/drawing/2014/main" id="{0D101B43-CC12-45FF-BC59-7E83B59019C3}"/>
              </a:ext>
            </a:extLst>
          </p:cNvPr>
          <p:cNvCxnSpPr>
            <a:cxnSpLocks/>
            <a:endCxn id="599" idx="2"/>
          </p:cNvCxnSpPr>
          <p:nvPr/>
        </p:nvCxnSpPr>
        <p:spPr>
          <a:xfrm rot="10800000" flipV="1">
            <a:off x="2377057" y="2343398"/>
            <a:ext cx="1453610" cy="148998"/>
          </a:xfrm>
          <a:prstGeom prst="bentConnector4">
            <a:avLst>
              <a:gd name="adj1" fmla="val -209"/>
              <a:gd name="adj2" fmla="val 288585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84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E837FC37-DE3A-613B-54B5-33F02D122C7F}"/>
              </a:ext>
            </a:extLst>
          </p:cNvPr>
          <p:cNvGrpSpPr/>
          <p:nvPr/>
        </p:nvGrpSpPr>
        <p:grpSpPr>
          <a:xfrm>
            <a:off x="1477008" y="874021"/>
            <a:ext cx="8144541" cy="4466964"/>
            <a:chOff x="3961128" y="1498861"/>
            <a:chExt cx="8144541" cy="4466964"/>
          </a:xfrm>
        </p:grpSpPr>
        <p:cxnSp>
          <p:nvCxnSpPr>
            <p:cNvPr id="2" name="Connector: Elbow 1">
              <a:extLst>
                <a:ext uri="{FF2B5EF4-FFF2-40B4-BE49-F238E27FC236}">
                  <a16:creationId xmlns:a16="http://schemas.microsoft.com/office/drawing/2014/main" id="{0C27B8EB-FA7F-A886-2F1D-C45925910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1799" y="2451041"/>
              <a:ext cx="2988075" cy="265896"/>
            </a:xfrm>
            <a:prstGeom prst="bentConnector3">
              <a:avLst>
                <a:gd name="adj1" fmla="val 81717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nector: Elbow 2">
              <a:extLst>
                <a:ext uri="{FF2B5EF4-FFF2-40B4-BE49-F238E27FC236}">
                  <a16:creationId xmlns:a16="http://schemas.microsoft.com/office/drawing/2014/main" id="{77BC6DE8-38A9-B33E-C271-BBC8459782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0262" y="2558812"/>
              <a:ext cx="1455738" cy="158751"/>
            </a:xfrm>
            <a:prstGeom prst="bentConnector3">
              <a:avLst>
                <a:gd name="adj1" fmla="val 62214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: Elbow 3">
              <a:extLst>
                <a:ext uri="{FF2B5EF4-FFF2-40B4-BE49-F238E27FC236}">
                  <a16:creationId xmlns:a16="http://schemas.microsoft.com/office/drawing/2014/main" id="{9F422B6E-1915-FF8C-3B99-497A590B5E24}"/>
                </a:ext>
              </a:extLst>
            </p:cNvPr>
            <p:cNvCxnSpPr>
              <a:cxnSpLocks/>
            </p:cNvCxnSpPr>
            <p:nvPr/>
          </p:nvCxnSpPr>
          <p:spPr>
            <a:xfrm>
              <a:off x="6451600" y="2717562"/>
              <a:ext cx="3978275" cy="125402"/>
            </a:xfrm>
            <a:prstGeom prst="bentConnector3">
              <a:avLst>
                <a:gd name="adj1" fmla="val 52155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: Elbow 4">
              <a:extLst>
                <a:ext uri="{FF2B5EF4-FFF2-40B4-BE49-F238E27FC236}">
                  <a16:creationId xmlns:a16="http://schemas.microsoft.com/office/drawing/2014/main" id="{2CCC697D-F7DD-5001-8053-C43EB64BD15D}"/>
                </a:ext>
              </a:extLst>
            </p:cNvPr>
            <p:cNvCxnSpPr>
              <a:cxnSpLocks/>
            </p:cNvCxnSpPr>
            <p:nvPr/>
          </p:nvCxnSpPr>
          <p:spPr>
            <a:xfrm>
              <a:off x="6451600" y="2717562"/>
              <a:ext cx="3978274" cy="95250"/>
            </a:xfrm>
            <a:prstGeom prst="bentConnector3">
              <a:avLst>
                <a:gd name="adj1" fmla="val 5319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912E8C9-AD5A-9297-14B7-4BD0FB3411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6438" y="3161471"/>
              <a:ext cx="275225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D42EA2D-1B37-5925-80AD-142C1443A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6438" y="3199571"/>
              <a:ext cx="2752256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BC9E008-13CC-315D-7511-E09F7FD4F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6438" y="3242433"/>
              <a:ext cx="2752256" cy="0"/>
            </a:xfrm>
            <a:prstGeom prst="lin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E627A7-4074-526E-DD66-274AB94E5A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6438" y="3287677"/>
              <a:ext cx="275225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3418EE2-724D-1E78-60F0-261E3A420F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6438" y="3325777"/>
              <a:ext cx="27522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BC0C9AF4-FDD6-A715-27F6-ACFC575C389A}"/>
                </a:ext>
              </a:extLst>
            </p:cNvPr>
            <p:cNvCxnSpPr>
              <a:cxnSpLocks/>
            </p:cNvCxnSpPr>
            <p:nvPr/>
          </p:nvCxnSpPr>
          <p:spPr>
            <a:xfrm>
              <a:off x="7050877" y="2717562"/>
              <a:ext cx="831256" cy="429147"/>
            </a:xfrm>
            <a:prstGeom prst="bentConnector2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85E89903-E44A-2A17-A241-2B6969E3A596}"/>
                </a:ext>
              </a:extLst>
            </p:cNvPr>
            <p:cNvCxnSpPr>
              <a:cxnSpLocks/>
            </p:cNvCxnSpPr>
            <p:nvPr/>
          </p:nvCxnSpPr>
          <p:spPr>
            <a:xfrm>
              <a:off x="7064768" y="2717561"/>
              <a:ext cx="774507" cy="429148"/>
            </a:xfrm>
            <a:prstGeom prst="bentConnector2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79799CB-6BBF-E688-E690-ED7BFB87CFB4}"/>
                </a:ext>
              </a:extLst>
            </p:cNvPr>
            <p:cNvGrpSpPr/>
            <p:nvPr/>
          </p:nvGrpSpPr>
          <p:grpSpPr>
            <a:xfrm>
              <a:off x="3961128" y="2695337"/>
              <a:ext cx="5868670" cy="3270488"/>
              <a:chOff x="3040378" y="364887"/>
              <a:chExt cx="5868670" cy="3270488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1B9629E-C64A-49DB-367E-81D8C163610C}"/>
                  </a:ext>
                </a:extLst>
              </p:cNvPr>
              <p:cNvSpPr/>
              <p:nvPr/>
            </p:nvSpPr>
            <p:spPr>
              <a:xfrm>
                <a:off x="4064000" y="2492375"/>
                <a:ext cx="1905000" cy="1143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UI Box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4A55DDF-5B9B-7783-17AF-C85F1647D2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49900" y="364887"/>
                <a:ext cx="0" cy="2184638"/>
              </a:xfrm>
              <a:prstGeom prst="line">
                <a:avLst/>
              </a:prstGeom>
              <a:ln w="762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892D99DC-44A4-D475-A7F6-5F3BD9B014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48959" y="2044020"/>
                <a:ext cx="1698783" cy="5848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BF8A39-1E10-7C91-55AF-7BAD3E964292}"/>
                  </a:ext>
                </a:extLst>
              </p:cNvPr>
              <p:cNvSpPr txBox="1"/>
              <p:nvPr/>
            </p:nvSpPr>
            <p:spPr>
              <a:xfrm>
                <a:off x="7404098" y="1969689"/>
                <a:ext cx="150495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Robot cable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3x 24v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7.5v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Odrive Signal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Servo Signal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5v logic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BE18F99-AE46-A774-7F96-56E0137200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78400" y="1467323"/>
                <a:ext cx="15240" cy="1025052"/>
              </a:xfrm>
              <a:prstGeom prst="line">
                <a:avLst/>
              </a:prstGeom>
              <a:ln w="38100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4750492-988C-A81C-AA43-01658D9288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9760" y="1920240"/>
                <a:ext cx="0" cy="572135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08FD364-B870-CD87-626F-41D3EC990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9359" y="1887061"/>
                <a:ext cx="640081" cy="4568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D4259CC-107B-20E1-D014-CA333BC082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4500" y="1238880"/>
                <a:ext cx="640081" cy="4568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B29EF4-54B9-F022-4BEB-6A181E277EF5}"/>
                  </a:ext>
                </a:extLst>
              </p:cNvPr>
              <p:cNvSpPr txBox="1"/>
              <p:nvPr/>
            </p:nvSpPr>
            <p:spPr>
              <a:xfrm>
                <a:off x="3040378" y="1531073"/>
                <a:ext cx="10134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Main Power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51DC8FD-7154-1038-C900-4307ED3D36C0}"/>
                  </a:ext>
                </a:extLst>
              </p:cNvPr>
              <p:cNvSpPr txBox="1"/>
              <p:nvPr/>
            </p:nvSpPr>
            <p:spPr>
              <a:xfrm>
                <a:off x="3641090" y="933342"/>
                <a:ext cx="12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PC Signal</a:t>
                </a:r>
              </a:p>
            </p:txBody>
          </p:sp>
        </p:grp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40980556-84E7-7539-C3F8-66A64F4DFF3C}"/>
                </a:ext>
              </a:extLst>
            </p:cNvPr>
            <p:cNvCxnSpPr/>
            <p:nvPr/>
          </p:nvCxnSpPr>
          <p:spPr>
            <a:xfrm flipV="1">
              <a:off x="7162800" y="2264172"/>
              <a:ext cx="1150620" cy="453390"/>
            </a:xfrm>
            <a:prstGeom prst="bentConnector3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7FA0E5AA-61D6-DD51-8A4B-A6C35CADB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2800" y="2307987"/>
              <a:ext cx="1150620" cy="409575"/>
            </a:xfrm>
            <a:prstGeom prst="bentConnector3">
              <a:avLst>
                <a:gd name="adj1" fmla="val 5413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417D4834-E434-A761-4FC5-C6DA0079F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4549" y="2389575"/>
              <a:ext cx="1300163" cy="327987"/>
            </a:xfrm>
            <a:prstGeom prst="bentConnector3">
              <a:avLst>
                <a:gd name="adj1" fmla="val 56593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64FCD137-9E62-924E-BBB7-BA99A9F4F0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4549" y="2441337"/>
              <a:ext cx="1314450" cy="276225"/>
            </a:xfrm>
            <a:prstGeom prst="bentConnector3">
              <a:avLst>
                <a:gd name="adj1" fmla="val 59783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BA316ABC-FC81-3ADF-4BBC-E8F59DFB2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0262" y="2508012"/>
              <a:ext cx="1455738" cy="209551"/>
            </a:xfrm>
            <a:prstGeom prst="bentConnector3">
              <a:avLst>
                <a:gd name="adj1" fmla="val 60033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BB04B554-6A17-2C84-579D-7446E1058239}"/>
                </a:ext>
              </a:extLst>
            </p:cNvPr>
            <p:cNvCxnSpPr>
              <a:cxnSpLocks/>
            </p:cNvCxnSpPr>
            <p:nvPr/>
          </p:nvCxnSpPr>
          <p:spPr>
            <a:xfrm>
              <a:off x="6451600" y="2717562"/>
              <a:ext cx="3978275" cy="157312"/>
            </a:xfrm>
            <a:prstGeom prst="bentConnector3">
              <a:avLst>
                <a:gd name="adj1" fmla="val 50798"/>
              </a:avLst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E1B7EFDA-DD07-D85C-2A72-EF7A128EF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5050" y="2409427"/>
              <a:ext cx="3044824" cy="304012"/>
            </a:xfrm>
            <a:prstGeom prst="bentConnector3">
              <a:avLst>
                <a:gd name="adj1" fmla="val 80657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5CCCF7-34EF-3978-8E50-DDDAE30B20E5}"/>
                </a:ext>
              </a:extLst>
            </p:cNvPr>
            <p:cNvSpPr txBox="1"/>
            <p:nvPr/>
          </p:nvSpPr>
          <p:spPr>
            <a:xfrm>
              <a:off x="7427584" y="2807751"/>
              <a:ext cx="50958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CAN</a:t>
              </a:r>
              <a:endParaRPr lang="en-US" sz="12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E8EAE4C-E27B-91F5-36B4-ABEC3B84191C}"/>
                </a:ext>
              </a:extLst>
            </p:cNvPr>
            <p:cNvSpPr txBox="1"/>
            <p:nvPr/>
          </p:nvSpPr>
          <p:spPr>
            <a:xfrm>
              <a:off x="7844630" y="1990245"/>
              <a:ext cx="8477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3x 24V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62094B-258B-9A14-2860-9B1F0C03CC42}"/>
                </a:ext>
              </a:extLst>
            </p:cNvPr>
            <p:cNvSpPr txBox="1"/>
            <p:nvPr/>
          </p:nvSpPr>
          <p:spPr>
            <a:xfrm>
              <a:off x="8037510" y="2717326"/>
              <a:ext cx="5746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UART</a:t>
              </a:r>
              <a:endParaRPr lang="en-US" sz="120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E73E696D-CB3C-BDF9-0CF1-7CF9AD40ECB0}"/>
                </a:ext>
              </a:extLst>
            </p:cNvPr>
            <p:cNvSpPr/>
            <p:nvPr/>
          </p:nvSpPr>
          <p:spPr>
            <a:xfrm>
              <a:off x="8824120" y="2755456"/>
              <a:ext cx="107154" cy="20270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6D2D303-A79B-A227-C167-0EB1F87A03AA}"/>
                </a:ext>
              </a:extLst>
            </p:cNvPr>
            <p:cNvSpPr/>
            <p:nvPr/>
          </p:nvSpPr>
          <p:spPr>
            <a:xfrm>
              <a:off x="7322182" y="1912462"/>
              <a:ext cx="1903735" cy="165686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89DA97A-AE95-2FA0-DB00-ED2F87AC067E}"/>
                </a:ext>
              </a:extLst>
            </p:cNvPr>
            <p:cNvSpPr/>
            <p:nvPr/>
          </p:nvSpPr>
          <p:spPr>
            <a:xfrm>
              <a:off x="9597623" y="1966243"/>
              <a:ext cx="2137176" cy="160308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312B2B-5F0E-1B7E-6B84-D5E0EDB577C6}"/>
                </a:ext>
              </a:extLst>
            </p:cNvPr>
            <p:cNvSpPr txBox="1"/>
            <p:nvPr/>
          </p:nvSpPr>
          <p:spPr>
            <a:xfrm>
              <a:off x="9789810" y="2851635"/>
              <a:ext cx="5746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UART</a:t>
              </a:r>
              <a:endParaRPr lang="en-US" sz="12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FCF6FA7-EC8B-AFB0-2979-9CEF5CB6DE42}"/>
                </a:ext>
              </a:extLst>
            </p:cNvPr>
            <p:cNvSpPr txBox="1"/>
            <p:nvPr/>
          </p:nvSpPr>
          <p:spPr>
            <a:xfrm>
              <a:off x="9998075" y="2098044"/>
              <a:ext cx="431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5v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54DAD2-6D29-8FFF-9EF0-2462DD47E046}"/>
                </a:ext>
              </a:extLst>
            </p:cNvPr>
            <p:cNvSpPr txBox="1"/>
            <p:nvPr/>
          </p:nvSpPr>
          <p:spPr>
            <a:xfrm>
              <a:off x="7356474" y="1498861"/>
              <a:ext cx="1842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J1-3 (Base)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479D19-CDE2-6BB4-8E1D-43CB1D402270}"/>
                </a:ext>
              </a:extLst>
            </p:cNvPr>
            <p:cNvSpPr txBox="1"/>
            <p:nvPr/>
          </p:nvSpPr>
          <p:spPr>
            <a:xfrm>
              <a:off x="9335994" y="1582468"/>
              <a:ext cx="2769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J4-6 (Elbow &amp; Wrist)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F3DD2AF-0A6D-2028-A997-3E1E83DB3566}"/>
                </a:ext>
              </a:extLst>
            </p:cNvPr>
            <p:cNvSpPr/>
            <p:nvPr/>
          </p:nvSpPr>
          <p:spPr>
            <a:xfrm>
              <a:off x="10582273" y="3125303"/>
              <a:ext cx="107154" cy="25391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E7CFBB8-BA51-207D-90C5-94830EB99C2E}"/>
                </a:ext>
              </a:extLst>
            </p:cNvPr>
            <p:cNvSpPr/>
            <p:nvPr/>
          </p:nvSpPr>
          <p:spPr>
            <a:xfrm>
              <a:off x="7760099" y="3107625"/>
              <a:ext cx="221096" cy="241793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BC4FA0-29B3-39BA-0A54-E9CCF6E62E56}"/>
                </a:ext>
              </a:extLst>
            </p:cNvPr>
            <p:cNvSpPr txBox="1"/>
            <p:nvPr/>
          </p:nvSpPr>
          <p:spPr>
            <a:xfrm>
              <a:off x="7568026" y="3303033"/>
              <a:ext cx="86971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Odrive 1-3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9980C4-94C9-5EF1-8931-49CD3ECC1BEF}"/>
                </a:ext>
              </a:extLst>
            </p:cNvPr>
            <p:cNvSpPr txBox="1"/>
            <p:nvPr/>
          </p:nvSpPr>
          <p:spPr>
            <a:xfrm>
              <a:off x="10689427" y="3176075"/>
              <a:ext cx="80009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Encoder 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30B306D-848B-15AA-8881-FEDE116667BE}"/>
                </a:ext>
              </a:extLst>
            </p:cNvPr>
            <p:cNvSpPr txBox="1"/>
            <p:nvPr/>
          </p:nvSpPr>
          <p:spPr>
            <a:xfrm>
              <a:off x="8450878" y="2893251"/>
              <a:ext cx="77347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Servo 1-2</a:t>
              </a:r>
              <a:endParaRPr lang="en-US" sz="120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6B0B63C-3C55-168C-7F4B-B0E920CD2774}"/>
                </a:ext>
              </a:extLst>
            </p:cNvPr>
            <p:cNvSpPr/>
            <p:nvPr/>
          </p:nvSpPr>
          <p:spPr>
            <a:xfrm>
              <a:off x="10397726" y="2753882"/>
              <a:ext cx="107154" cy="20270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A798421-26BD-8331-5A6F-31F294C96A15}"/>
                </a:ext>
              </a:extLst>
            </p:cNvPr>
            <p:cNvSpPr txBox="1"/>
            <p:nvPr/>
          </p:nvSpPr>
          <p:spPr>
            <a:xfrm>
              <a:off x="10478464" y="2737208"/>
              <a:ext cx="8000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Servo 3-5</a:t>
              </a:r>
              <a:endParaRPr lang="en-US" sz="1200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7A91670-344E-EE78-D9FC-4985CD19D81C}"/>
                </a:ext>
              </a:extLst>
            </p:cNvPr>
            <p:cNvSpPr/>
            <p:nvPr/>
          </p:nvSpPr>
          <p:spPr>
            <a:xfrm>
              <a:off x="10403903" y="2325019"/>
              <a:ext cx="145587" cy="20270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42422D-EEE9-BD6E-59DA-217C3129429E}"/>
                </a:ext>
              </a:extLst>
            </p:cNvPr>
            <p:cNvSpPr txBox="1"/>
            <p:nvPr/>
          </p:nvSpPr>
          <p:spPr>
            <a:xfrm>
              <a:off x="10555672" y="2292682"/>
              <a:ext cx="8947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EE Sensors</a:t>
              </a:r>
              <a:endParaRPr lang="en-US" sz="1200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59BC710-C376-DC1A-00EB-802FE34112A9}"/>
                </a:ext>
              </a:extLst>
            </p:cNvPr>
            <p:cNvCxnSpPr>
              <a:cxnSpLocks/>
              <a:stCxn id="35" idx="1"/>
            </p:cNvCxnSpPr>
            <p:nvPr/>
          </p:nvCxnSpPr>
          <p:spPr>
            <a:xfrm flipH="1" flipV="1">
              <a:off x="6438712" y="2737208"/>
              <a:ext cx="883470" cy="3688"/>
            </a:xfrm>
            <a:prstGeom prst="line">
              <a:avLst/>
            </a:prstGeom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877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8322B-C114-1A33-83F2-CF4E8C74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839" y="521368"/>
            <a:ext cx="4819908" cy="604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2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090FD1-434B-66C6-191E-B17F4C62F1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70"/>
          <a:stretch>
            <a:fillRect/>
          </a:stretch>
        </p:blipFill>
        <p:spPr bwMode="auto">
          <a:xfrm>
            <a:off x="4508500" y="328627"/>
            <a:ext cx="3175000" cy="620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66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F00F30-9AEF-55A4-514C-7345FEED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6" y="0"/>
            <a:ext cx="4909603" cy="65922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BBC3EA4-79BE-865D-B4C9-7359356F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113" y="163380"/>
            <a:ext cx="4020457" cy="57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3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CDD59E4E154A418C1174ECCF976D6C" ma:contentTypeVersion="3" ma:contentTypeDescription="Create a new document." ma:contentTypeScope="" ma:versionID="9f28821b7b13768d0989caa35fc302ab">
  <xsd:schema xmlns:xsd="http://www.w3.org/2001/XMLSchema" xmlns:xs="http://www.w3.org/2001/XMLSchema" xmlns:p="http://schemas.microsoft.com/office/2006/metadata/properties" xmlns:ns2="69c7be17-7bf6-4fa3-871c-82759fe2f19c" targetNamespace="http://schemas.microsoft.com/office/2006/metadata/properties" ma:root="true" ma:fieldsID="8d179936ea7d0ac502ecb1c3c06240ca" ns2:_="">
    <xsd:import namespace="69c7be17-7bf6-4fa3-871c-82759fe2f1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c7be17-7bf6-4fa3-871c-82759fe2f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CE8771-32D4-4A68-804C-F1EDF0E2B038}">
  <ds:schemaRefs>
    <ds:schemaRef ds:uri="69c7be17-7bf6-4fa3-871c-82759fe2f19c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27149CA-DB05-4067-ACD2-4B50847679CC}">
  <ds:schemaRefs>
    <ds:schemaRef ds:uri="69c7be17-7bf6-4fa3-871c-82759fe2f1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D82FCDF-2639-4F5D-AF8F-9ABCC19D92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280</Words>
  <Application>Microsoft Office PowerPoint</Application>
  <PresentationFormat>Widescreen</PresentationFormat>
  <Paragraphs>217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Zamora, Angel A.</dc:creator>
  <cp:lastModifiedBy>Zamora, Angel A.</cp:lastModifiedBy>
  <cp:revision>3</cp:revision>
  <cp:lastPrinted>2026-03-25T19:58:58Z</cp:lastPrinted>
  <dcterms:created xsi:type="dcterms:W3CDTF">2026-01-30T04:52:37Z</dcterms:created>
  <dcterms:modified xsi:type="dcterms:W3CDTF">2026-04-06T20:21:50Z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0x01010074CDD59E4E154A418C1174ECCF976D6C</vt:lpwstr>
  </property>
</Properties>
</file>